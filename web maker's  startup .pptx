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</p:sldMasterIdLst>
  <p:notesMasterIdLst>
    <p:notesMasterId r:id="rId13"/>
  </p:notesMasterIdLst>
  <p:sldIdLst>
    <p:sldId id="256" r:id="rId2"/>
    <p:sldId id="260" r:id="rId3"/>
    <p:sldId id="264" r:id="rId4"/>
    <p:sldId id="310" r:id="rId5"/>
    <p:sldId id="313" r:id="rId6"/>
    <p:sldId id="318" r:id="rId7"/>
    <p:sldId id="315" r:id="rId8"/>
    <p:sldId id="267" r:id="rId9"/>
    <p:sldId id="317" r:id="rId10"/>
    <p:sldId id="258" r:id="rId11"/>
    <p:sldId id="262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449">
          <p15:clr>
            <a:srgbClr val="747775"/>
          </p15:clr>
        </p15:guide>
        <p15:guide id="4" pos="5306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NOR ." initials="T." lastIdx="1" clrIdx="0">
    <p:extLst>
      <p:ext uri="{19B8F6BF-5375-455C-9EA6-DF929625EA0E}">
        <p15:presenceInfo xmlns:p15="http://schemas.microsoft.com/office/powerpoint/2012/main" userId="TINOR .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C631C7-2309-4741-8DD6-627C6023483B}">
  <a:tblStyle styleId="{83C631C7-2309-4741-8DD6-627C602348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1668" y="84"/>
      </p:cViewPr>
      <p:guideLst>
        <p:guide orient="horz" pos="1620"/>
        <p:guide pos="2880"/>
        <p:guide pos="449"/>
        <p:guide pos="53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533c90e57b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533c90e57b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58022" y="692000"/>
            <a:ext cx="6176700" cy="3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60700" y="42044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ubTitle" idx="1"/>
          </p:nvPr>
        </p:nvSpPr>
        <p:spPr>
          <a:xfrm>
            <a:off x="720000" y="1541950"/>
            <a:ext cx="5373300" cy="20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51" name="Google Shape;51;p7"/>
          <p:cNvGrpSpPr/>
          <p:nvPr/>
        </p:nvGrpSpPr>
        <p:grpSpPr>
          <a:xfrm>
            <a:off x="83363" y="3630961"/>
            <a:ext cx="2394232" cy="2358638"/>
            <a:chOff x="7518600" y="1769557"/>
            <a:chExt cx="2394232" cy="2358638"/>
          </a:xfrm>
        </p:grpSpPr>
        <p:grpSp>
          <p:nvGrpSpPr>
            <p:cNvPr id="52" name="Google Shape;52;p7"/>
            <p:cNvGrpSpPr/>
            <p:nvPr/>
          </p:nvGrpSpPr>
          <p:grpSpPr>
            <a:xfrm rot="2700000">
              <a:off x="7735132" y="2112570"/>
              <a:ext cx="1045765" cy="1045615"/>
              <a:chOff x="3741950" y="353925"/>
              <a:chExt cx="1045775" cy="1045625"/>
            </a:xfrm>
          </p:grpSpPr>
          <p:sp>
            <p:nvSpPr>
              <p:cNvPr id="53" name="Google Shape;53;p7"/>
              <p:cNvSpPr/>
              <p:nvPr/>
            </p:nvSpPr>
            <p:spPr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7"/>
              <p:cNvSpPr/>
              <p:nvPr/>
            </p:nvSpPr>
            <p:spPr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7"/>
              <p:cNvSpPr/>
              <p:nvPr/>
            </p:nvSpPr>
            <p:spPr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" name="Google Shape;56;p7"/>
            <p:cNvSpPr/>
            <p:nvPr/>
          </p:nvSpPr>
          <p:spPr>
            <a:xfrm rot="2700000">
              <a:off x="7904583" y="210999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subTitle" idx="1"/>
          </p:nvPr>
        </p:nvSpPr>
        <p:spPr>
          <a:xfrm>
            <a:off x="774411" y="3926850"/>
            <a:ext cx="2301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ubTitle" idx="2"/>
          </p:nvPr>
        </p:nvSpPr>
        <p:spPr>
          <a:xfrm>
            <a:off x="3419568" y="3926850"/>
            <a:ext cx="2301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3"/>
          </p:nvPr>
        </p:nvSpPr>
        <p:spPr>
          <a:xfrm>
            <a:off x="6068289" y="3926850"/>
            <a:ext cx="2301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ubTitle" idx="4"/>
          </p:nvPr>
        </p:nvSpPr>
        <p:spPr>
          <a:xfrm>
            <a:off x="774411" y="3472275"/>
            <a:ext cx="2301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subTitle" idx="5"/>
          </p:nvPr>
        </p:nvSpPr>
        <p:spPr>
          <a:xfrm>
            <a:off x="3419568" y="3472275"/>
            <a:ext cx="2301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ubTitle" idx="6"/>
          </p:nvPr>
        </p:nvSpPr>
        <p:spPr>
          <a:xfrm>
            <a:off x="6068289" y="3472275"/>
            <a:ext cx="2301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06" name="Google Shape;106;p15"/>
          <p:cNvGrpSpPr/>
          <p:nvPr/>
        </p:nvGrpSpPr>
        <p:grpSpPr>
          <a:xfrm>
            <a:off x="7382638" y="3658850"/>
            <a:ext cx="2358638" cy="2358638"/>
            <a:chOff x="7330063" y="1376500"/>
            <a:chExt cx="2358638" cy="2358638"/>
          </a:xfrm>
        </p:grpSpPr>
        <p:grpSp>
          <p:nvGrpSpPr>
            <p:cNvPr id="107" name="Google Shape;107;p15"/>
            <p:cNvGrpSpPr/>
            <p:nvPr/>
          </p:nvGrpSpPr>
          <p:grpSpPr>
            <a:xfrm rot="-2700000" flipH="1">
              <a:off x="7604535" y="1766438"/>
              <a:ext cx="1045765" cy="1045615"/>
              <a:chOff x="3741950" y="353925"/>
              <a:chExt cx="1045775" cy="1045625"/>
            </a:xfrm>
          </p:grpSpPr>
          <p:sp>
            <p:nvSpPr>
              <p:cNvPr id="108" name="Google Shape;108;p15"/>
              <p:cNvSpPr/>
              <p:nvPr/>
            </p:nvSpPr>
            <p:spPr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1" name="Google Shape;111;p15"/>
            <p:cNvSpPr/>
            <p:nvPr/>
          </p:nvSpPr>
          <p:spPr>
            <a:xfrm rot="-2700000" flipH="1">
              <a:off x="7680452" y="1716940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subTitle" idx="1"/>
          </p:nvPr>
        </p:nvSpPr>
        <p:spPr>
          <a:xfrm>
            <a:off x="2010042" y="1471051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2"/>
          </p:nvPr>
        </p:nvSpPr>
        <p:spPr>
          <a:xfrm>
            <a:off x="3546853" y="3210739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ubTitle" idx="3"/>
          </p:nvPr>
        </p:nvSpPr>
        <p:spPr>
          <a:xfrm>
            <a:off x="2780860" y="2338825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4"/>
          </p:nvPr>
        </p:nvSpPr>
        <p:spPr>
          <a:xfrm>
            <a:off x="4304937" y="4082578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title" idx="5" hasCustomPrompt="1"/>
          </p:nvPr>
        </p:nvSpPr>
        <p:spPr>
          <a:xfrm>
            <a:off x="1121750" y="1405736"/>
            <a:ext cx="860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17"/>
          <p:cNvSpPr txBox="1">
            <a:spLocks noGrp="1"/>
          </p:cNvSpPr>
          <p:nvPr>
            <p:ph type="title" idx="6" hasCustomPrompt="1"/>
          </p:nvPr>
        </p:nvSpPr>
        <p:spPr>
          <a:xfrm>
            <a:off x="1892625" y="2251075"/>
            <a:ext cx="860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17"/>
          <p:cNvSpPr txBox="1">
            <a:spLocks noGrp="1"/>
          </p:cNvSpPr>
          <p:nvPr>
            <p:ph type="title" idx="7" hasCustomPrompt="1"/>
          </p:nvPr>
        </p:nvSpPr>
        <p:spPr>
          <a:xfrm>
            <a:off x="2656850" y="3122939"/>
            <a:ext cx="860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7"/>
          <p:cNvSpPr txBox="1">
            <a:spLocks noGrp="1"/>
          </p:cNvSpPr>
          <p:nvPr>
            <p:ph type="title" idx="8" hasCustomPrompt="1"/>
          </p:nvPr>
        </p:nvSpPr>
        <p:spPr>
          <a:xfrm>
            <a:off x="3415352" y="3994815"/>
            <a:ext cx="859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7"/>
          <p:cNvSpPr txBox="1">
            <a:spLocks noGrp="1"/>
          </p:cNvSpPr>
          <p:nvPr>
            <p:ph type="subTitle" idx="9"/>
          </p:nvPr>
        </p:nvSpPr>
        <p:spPr>
          <a:xfrm>
            <a:off x="2010042" y="1258251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17"/>
          <p:cNvSpPr txBox="1">
            <a:spLocks noGrp="1"/>
          </p:cNvSpPr>
          <p:nvPr>
            <p:ph type="subTitle" idx="13"/>
          </p:nvPr>
        </p:nvSpPr>
        <p:spPr>
          <a:xfrm>
            <a:off x="3546861" y="2997939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subTitle" idx="14"/>
          </p:nvPr>
        </p:nvSpPr>
        <p:spPr>
          <a:xfrm>
            <a:off x="2780860" y="2126100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subTitle" idx="15"/>
          </p:nvPr>
        </p:nvSpPr>
        <p:spPr>
          <a:xfrm>
            <a:off x="4304946" y="3869853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40" name="Google Shape;140;p17"/>
          <p:cNvGrpSpPr/>
          <p:nvPr/>
        </p:nvGrpSpPr>
        <p:grpSpPr>
          <a:xfrm rot="-2700000" flipH="1">
            <a:off x="7837772" y="4409520"/>
            <a:ext cx="1045765" cy="1045615"/>
            <a:chOff x="3741950" y="353925"/>
            <a:chExt cx="1045775" cy="1045625"/>
          </a:xfrm>
        </p:grpSpPr>
        <p:sp>
          <p:nvSpPr>
            <p:cNvPr id="141" name="Google Shape;141;p17"/>
            <p:cNvSpPr/>
            <p:nvPr/>
          </p:nvSpPr>
          <p:spPr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>
            <a:spLocks noGrp="1"/>
          </p:cNvSpPr>
          <p:nvPr>
            <p:ph type="title"/>
          </p:nvPr>
        </p:nvSpPr>
        <p:spPr>
          <a:xfrm>
            <a:off x="720000" y="1745250"/>
            <a:ext cx="358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subTitle" idx="1"/>
          </p:nvPr>
        </p:nvSpPr>
        <p:spPr>
          <a:xfrm>
            <a:off x="720000" y="2317950"/>
            <a:ext cx="35886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4" name="Google Shape;164;p20"/>
          <p:cNvGrpSpPr/>
          <p:nvPr/>
        </p:nvGrpSpPr>
        <p:grpSpPr>
          <a:xfrm flipH="1">
            <a:off x="-797087" y="3665882"/>
            <a:ext cx="2394232" cy="2358638"/>
            <a:chOff x="7233663" y="3665882"/>
            <a:chExt cx="2394232" cy="2358638"/>
          </a:xfrm>
        </p:grpSpPr>
        <p:grpSp>
          <p:nvGrpSpPr>
            <p:cNvPr id="165" name="Google Shape;165;p20"/>
            <p:cNvGrpSpPr/>
            <p:nvPr/>
          </p:nvGrpSpPr>
          <p:grpSpPr>
            <a:xfrm rot="2700000">
              <a:off x="7450195" y="4008895"/>
              <a:ext cx="1045765" cy="1045615"/>
              <a:chOff x="3741950" y="353925"/>
              <a:chExt cx="1045775" cy="1045625"/>
            </a:xfrm>
          </p:grpSpPr>
          <p:sp>
            <p:nvSpPr>
              <p:cNvPr id="166" name="Google Shape;166;p20"/>
              <p:cNvSpPr/>
              <p:nvPr/>
            </p:nvSpPr>
            <p:spPr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0"/>
              <p:cNvSpPr/>
              <p:nvPr/>
            </p:nvSpPr>
            <p:spPr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0"/>
              <p:cNvSpPr/>
              <p:nvPr/>
            </p:nvSpPr>
            <p:spPr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9" name="Google Shape;169;p20"/>
            <p:cNvSpPr/>
            <p:nvPr/>
          </p:nvSpPr>
          <p:spPr>
            <a:xfrm rot="2700000">
              <a:off x="7619646" y="4006322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3"/>
          <p:cNvSpPr txBox="1">
            <a:spLocks noGrp="1"/>
          </p:cNvSpPr>
          <p:nvPr>
            <p:ph type="subTitle" idx="1"/>
          </p:nvPr>
        </p:nvSpPr>
        <p:spPr>
          <a:xfrm>
            <a:off x="900101" y="2021050"/>
            <a:ext cx="21615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2"/>
          </p:nvPr>
        </p:nvSpPr>
        <p:spPr>
          <a:xfrm>
            <a:off x="6082360" y="2021625"/>
            <a:ext cx="21579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subTitle" idx="3"/>
          </p:nvPr>
        </p:nvSpPr>
        <p:spPr>
          <a:xfrm>
            <a:off x="900101" y="3606850"/>
            <a:ext cx="21615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4"/>
          </p:nvPr>
        </p:nvSpPr>
        <p:spPr>
          <a:xfrm>
            <a:off x="6082360" y="3607425"/>
            <a:ext cx="21579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subTitle" idx="5"/>
          </p:nvPr>
        </p:nvSpPr>
        <p:spPr>
          <a:xfrm>
            <a:off x="900101" y="1737450"/>
            <a:ext cx="2161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6"/>
          </p:nvPr>
        </p:nvSpPr>
        <p:spPr>
          <a:xfrm>
            <a:off x="900101" y="3323325"/>
            <a:ext cx="2161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subTitle" idx="7"/>
          </p:nvPr>
        </p:nvSpPr>
        <p:spPr>
          <a:xfrm>
            <a:off x="6082356" y="1738025"/>
            <a:ext cx="2157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subTitle" idx="8"/>
          </p:nvPr>
        </p:nvSpPr>
        <p:spPr>
          <a:xfrm>
            <a:off x="6082356" y="3323900"/>
            <a:ext cx="2157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98" name="Google Shape;198;p23"/>
          <p:cNvGrpSpPr/>
          <p:nvPr/>
        </p:nvGrpSpPr>
        <p:grpSpPr>
          <a:xfrm rot="10800000" flipH="1">
            <a:off x="7191231" y="4676382"/>
            <a:ext cx="2249640" cy="423402"/>
            <a:chOff x="6456475" y="3575600"/>
            <a:chExt cx="2936100" cy="552600"/>
          </a:xfrm>
        </p:grpSpPr>
        <p:sp>
          <p:nvSpPr>
            <p:cNvPr id="199" name="Google Shape;199;p23"/>
            <p:cNvSpPr/>
            <p:nvPr/>
          </p:nvSpPr>
          <p:spPr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3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7"/>
          <p:cNvGrpSpPr/>
          <p:nvPr/>
        </p:nvGrpSpPr>
        <p:grpSpPr>
          <a:xfrm rot="10800000" flipH="1">
            <a:off x="8331027" y="3471397"/>
            <a:ext cx="4357122" cy="707497"/>
            <a:chOff x="6456475" y="3575600"/>
            <a:chExt cx="3403204" cy="552603"/>
          </a:xfrm>
        </p:grpSpPr>
        <p:sp>
          <p:nvSpPr>
            <p:cNvPr id="247" name="Google Shape;247;p27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27"/>
          <p:cNvGrpSpPr/>
          <p:nvPr/>
        </p:nvGrpSpPr>
        <p:grpSpPr>
          <a:xfrm rot="10800000" flipH="1">
            <a:off x="7315681" y="4178885"/>
            <a:ext cx="5455165" cy="875381"/>
            <a:chOff x="6456469" y="3575596"/>
            <a:chExt cx="3443700" cy="552604"/>
          </a:xfrm>
        </p:grpSpPr>
        <p:sp>
          <p:nvSpPr>
            <p:cNvPr id="250" name="Google Shape;250;p27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27"/>
          <p:cNvGrpSpPr/>
          <p:nvPr/>
        </p:nvGrpSpPr>
        <p:grpSpPr>
          <a:xfrm flipH="1">
            <a:off x="-3486996" y="942843"/>
            <a:ext cx="4357122" cy="707497"/>
            <a:chOff x="6456475" y="3575600"/>
            <a:chExt cx="3403204" cy="552603"/>
          </a:xfrm>
        </p:grpSpPr>
        <p:sp>
          <p:nvSpPr>
            <p:cNvPr id="253" name="Google Shape;253;p27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" name="Google Shape;255;p27"/>
          <p:cNvGrpSpPr/>
          <p:nvPr/>
        </p:nvGrpSpPr>
        <p:grpSpPr>
          <a:xfrm flipH="1">
            <a:off x="-3569694" y="67472"/>
            <a:ext cx="5455165" cy="875381"/>
            <a:chOff x="6456469" y="3575596"/>
            <a:chExt cx="3443700" cy="552604"/>
          </a:xfrm>
        </p:grpSpPr>
        <p:sp>
          <p:nvSpPr>
            <p:cNvPr id="256" name="Google Shape;256;p27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8"/>
          <p:cNvGrpSpPr/>
          <p:nvPr/>
        </p:nvGrpSpPr>
        <p:grpSpPr>
          <a:xfrm rot="5400000">
            <a:off x="6537771" y="4976418"/>
            <a:ext cx="4357122" cy="707497"/>
            <a:chOff x="6456475" y="3575600"/>
            <a:chExt cx="3403204" cy="552603"/>
          </a:xfrm>
        </p:grpSpPr>
        <p:sp>
          <p:nvSpPr>
            <p:cNvPr id="260" name="Google Shape;260;p28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28"/>
          <p:cNvGrpSpPr/>
          <p:nvPr/>
        </p:nvGrpSpPr>
        <p:grpSpPr>
          <a:xfrm rot="5400000">
            <a:off x="6129289" y="5745840"/>
            <a:ext cx="3759089" cy="707494"/>
            <a:chOff x="6456475" y="3575600"/>
            <a:chExt cx="2936100" cy="552600"/>
          </a:xfrm>
        </p:grpSpPr>
        <p:sp>
          <p:nvSpPr>
            <p:cNvPr id="263" name="Google Shape;263;p28"/>
            <p:cNvSpPr/>
            <p:nvPr/>
          </p:nvSpPr>
          <p:spPr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" name="Google Shape;265;p28"/>
          <p:cNvGrpSpPr/>
          <p:nvPr/>
        </p:nvGrpSpPr>
        <p:grpSpPr>
          <a:xfrm rot="-5400000">
            <a:off x="-887968" y="-1051338"/>
            <a:ext cx="4357122" cy="707497"/>
            <a:chOff x="6456475" y="3575600"/>
            <a:chExt cx="3403204" cy="552603"/>
          </a:xfrm>
        </p:grpSpPr>
        <p:sp>
          <p:nvSpPr>
            <p:cNvPr id="266" name="Google Shape;266;p28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28"/>
          <p:cNvGrpSpPr/>
          <p:nvPr/>
        </p:nvGrpSpPr>
        <p:grpSpPr>
          <a:xfrm rot="-5400000">
            <a:off x="-2228419" y="-668956"/>
            <a:ext cx="5455165" cy="875381"/>
            <a:chOff x="6456469" y="3575596"/>
            <a:chExt cx="3443700" cy="552604"/>
          </a:xfrm>
        </p:grpSpPr>
        <p:sp>
          <p:nvSpPr>
            <p:cNvPr id="269" name="Google Shape;269;p28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37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61" r:id="rId4"/>
    <p:sldLayoutId id="2147483663" r:id="rId5"/>
    <p:sldLayoutId id="2147483666" r:id="rId6"/>
    <p:sldLayoutId id="2147483669" r:id="rId7"/>
    <p:sldLayoutId id="2147483673" r:id="rId8"/>
    <p:sldLayoutId id="2147483674" r:id="rId9"/>
    <p:sldLayoutId id="214748368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>
            <a:spLocks noGrp="1"/>
          </p:cNvSpPr>
          <p:nvPr>
            <p:ph type="ctrTitle"/>
          </p:nvPr>
        </p:nvSpPr>
        <p:spPr>
          <a:xfrm>
            <a:off x="558022" y="692000"/>
            <a:ext cx="6176700" cy="3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Startup Presentation</a:t>
            </a:r>
            <a:endParaRPr dirty="0"/>
          </a:p>
        </p:txBody>
      </p:sp>
      <p:sp>
        <p:nvSpPr>
          <p:cNvPr id="282" name="Google Shape;282;p32"/>
          <p:cNvSpPr txBox="1">
            <a:spLocks noGrp="1"/>
          </p:cNvSpPr>
          <p:nvPr>
            <p:ph type="subTitle" idx="1"/>
          </p:nvPr>
        </p:nvSpPr>
        <p:spPr>
          <a:xfrm>
            <a:off x="260700" y="42044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283" name="Google Shape;283;p32"/>
          <p:cNvGrpSpPr/>
          <p:nvPr/>
        </p:nvGrpSpPr>
        <p:grpSpPr>
          <a:xfrm>
            <a:off x="5482795" y="1103972"/>
            <a:ext cx="4357122" cy="707497"/>
            <a:chOff x="6456475" y="3575600"/>
            <a:chExt cx="3403204" cy="552603"/>
          </a:xfrm>
        </p:grpSpPr>
        <p:sp>
          <p:nvSpPr>
            <p:cNvPr id="284" name="Google Shape;284;p32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2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32"/>
          <p:cNvGrpSpPr/>
          <p:nvPr/>
        </p:nvGrpSpPr>
        <p:grpSpPr>
          <a:xfrm>
            <a:off x="4467450" y="228600"/>
            <a:ext cx="5455165" cy="875381"/>
            <a:chOff x="6456469" y="3575596"/>
            <a:chExt cx="3443700" cy="552604"/>
          </a:xfrm>
        </p:grpSpPr>
        <p:sp>
          <p:nvSpPr>
            <p:cNvPr id="287" name="Google Shape;287;p32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2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" name="Google Shape;289;p32"/>
          <p:cNvGrpSpPr/>
          <p:nvPr/>
        </p:nvGrpSpPr>
        <p:grpSpPr>
          <a:xfrm>
            <a:off x="7518600" y="1769557"/>
            <a:ext cx="2394232" cy="2358638"/>
            <a:chOff x="7518600" y="1769557"/>
            <a:chExt cx="2394232" cy="2358638"/>
          </a:xfrm>
        </p:grpSpPr>
        <p:grpSp>
          <p:nvGrpSpPr>
            <p:cNvPr id="290" name="Google Shape;290;p32"/>
            <p:cNvGrpSpPr/>
            <p:nvPr/>
          </p:nvGrpSpPr>
          <p:grpSpPr>
            <a:xfrm rot="2700000">
              <a:off x="7735132" y="2112570"/>
              <a:ext cx="1045765" cy="1045615"/>
              <a:chOff x="3741950" y="353925"/>
              <a:chExt cx="1045775" cy="1045625"/>
            </a:xfrm>
          </p:grpSpPr>
          <p:sp>
            <p:nvSpPr>
              <p:cNvPr id="291" name="Google Shape;291;p32"/>
              <p:cNvSpPr/>
              <p:nvPr/>
            </p:nvSpPr>
            <p:spPr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2"/>
              <p:cNvSpPr/>
              <p:nvPr/>
            </p:nvSpPr>
            <p:spPr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2"/>
              <p:cNvSpPr/>
              <p:nvPr/>
            </p:nvSpPr>
            <p:spPr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4" name="Google Shape;294;p32"/>
            <p:cNvSpPr/>
            <p:nvPr/>
          </p:nvSpPr>
          <p:spPr>
            <a:xfrm rot="2700000">
              <a:off x="7904583" y="210999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32"/>
          <p:cNvGrpSpPr/>
          <p:nvPr/>
        </p:nvGrpSpPr>
        <p:grpSpPr>
          <a:xfrm>
            <a:off x="6551233" y="1811472"/>
            <a:ext cx="3759089" cy="707494"/>
            <a:chOff x="6456475" y="3575600"/>
            <a:chExt cx="2936100" cy="552600"/>
          </a:xfrm>
        </p:grpSpPr>
        <p:sp>
          <p:nvSpPr>
            <p:cNvPr id="296" name="Google Shape;296;p32"/>
            <p:cNvSpPr/>
            <p:nvPr/>
          </p:nvSpPr>
          <p:spPr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2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D22C282-C240-4207-F956-FBF695BDD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747520" cy="6400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 txBox="1">
            <a:spLocks noGrp="1"/>
          </p:cNvSpPr>
          <p:nvPr>
            <p:ph type="title"/>
          </p:nvPr>
        </p:nvSpPr>
        <p:spPr>
          <a:xfrm>
            <a:off x="2848489" y="135205"/>
            <a:ext cx="2678104" cy="640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Introduction</a:t>
            </a:r>
            <a:endParaRPr dirty="0"/>
          </a:p>
        </p:txBody>
      </p:sp>
      <p:sp>
        <p:nvSpPr>
          <p:cNvPr id="376" name="Google Shape;376;p36"/>
          <p:cNvSpPr txBox="1">
            <a:spLocks noGrp="1"/>
          </p:cNvSpPr>
          <p:nvPr>
            <p:ph type="subTitle" idx="1"/>
          </p:nvPr>
        </p:nvSpPr>
        <p:spPr>
          <a:xfrm>
            <a:off x="959688" y="1015082"/>
            <a:ext cx="6349240" cy="3053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Imagine you have an idea for a business, a project, and you want to put it online. But you're not a tech expert, and you don't have a huge budget.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Startup is like your personal team of website builders. They: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Design</a:t>
            </a:r>
            <a:r>
              <a:rPr lang="en-US" dirty="0"/>
              <a:t> your website to look great and be easy for people to use (UI/UX design).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Build</a:t>
            </a:r>
            <a:r>
              <a:rPr lang="en-US" dirty="0"/>
              <a:t> the website from scratch, so it's exactly what you need.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Host</a:t>
            </a:r>
            <a:r>
              <a:rPr lang="en-US" dirty="0"/>
              <a:t> the website, which is like giving it a home on the internet.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Maintain</a:t>
            </a:r>
            <a:r>
              <a:rPr lang="en-US" dirty="0"/>
              <a:t> it, making sure everything is always working, secure, and up-to-date.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Our promise is to do all of this for a price you can actually afford, so anyone can have a professional online presence without the high costs</a:t>
            </a:r>
            <a:r>
              <a:rPr lang="en-US" dirty="0"/>
              <a:t>.</a:t>
            </a:r>
            <a:endParaRPr dirty="0"/>
          </a:p>
        </p:txBody>
      </p:sp>
      <p:grpSp>
        <p:nvGrpSpPr>
          <p:cNvPr id="377" name="Google Shape;377;p36"/>
          <p:cNvGrpSpPr/>
          <p:nvPr/>
        </p:nvGrpSpPr>
        <p:grpSpPr>
          <a:xfrm rot="10800000" flipH="1">
            <a:off x="7980155" y="1162757"/>
            <a:ext cx="4357122" cy="707497"/>
            <a:chOff x="6456475" y="3575600"/>
            <a:chExt cx="3403204" cy="552603"/>
          </a:xfrm>
        </p:grpSpPr>
        <p:sp>
          <p:nvSpPr>
            <p:cNvPr id="378" name="Google Shape;378;p36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80" name="Google Shape;380;p36"/>
          <p:cNvGrpSpPr/>
          <p:nvPr/>
        </p:nvGrpSpPr>
        <p:grpSpPr>
          <a:xfrm rot="10800000" flipH="1">
            <a:off x="7308928" y="1870259"/>
            <a:ext cx="5455165" cy="875385"/>
            <a:chOff x="6456469" y="3575594"/>
            <a:chExt cx="3443700" cy="552606"/>
          </a:xfrm>
        </p:grpSpPr>
        <p:sp>
          <p:nvSpPr>
            <p:cNvPr id="381" name="Google Shape;381;p36"/>
            <p:cNvSpPr/>
            <p:nvPr/>
          </p:nvSpPr>
          <p:spPr>
            <a:xfrm>
              <a:off x="6456469" y="3575594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" name="Google Shape;383;p36"/>
          <p:cNvGrpSpPr/>
          <p:nvPr/>
        </p:nvGrpSpPr>
        <p:grpSpPr>
          <a:xfrm rot="10800000" flipH="1">
            <a:off x="8578188" y="455255"/>
            <a:ext cx="3759089" cy="707494"/>
            <a:chOff x="6456475" y="3575600"/>
            <a:chExt cx="2936100" cy="552600"/>
          </a:xfrm>
        </p:grpSpPr>
        <p:sp>
          <p:nvSpPr>
            <p:cNvPr id="384" name="Google Shape;384;p36"/>
            <p:cNvSpPr/>
            <p:nvPr/>
          </p:nvSpPr>
          <p:spPr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8905EF7-BEFB-7E8A-0F06-F0C6D41B8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747520" cy="6400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0"/>
          <p:cNvSpPr txBox="1">
            <a:spLocks noGrp="1"/>
          </p:cNvSpPr>
          <p:nvPr>
            <p:ph type="title"/>
          </p:nvPr>
        </p:nvSpPr>
        <p:spPr>
          <a:xfrm>
            <a:off x="2815575" y="150998"/>
            <a:ext cx="270212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Problem</a:t>
            </a:r>
            <a:endParaRPr dirty="0"/>
          </a:p>
        </p:txBody>
      </p:sp>
      <p:sp>
        <p:nvSpPr>
          <p:cNvPr id="445" name="Google Shape;445;p40"/>
          <p:cNvSpPr txBox="1">
            <a:spLocks noGrp="1"/>
          </p:cNvSpPr>
          <p:nvPr>
            <p:ph type="subTitle" idx="1"/>
          </p:nvPr>
        </p:nvSpPr>
        <p:spPr>
          <a:xfrm>
            <a:off x="1209377" y="875035"/>
            <a:ext cx="5864159" cy="2982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The Digital Gap</a:t>
            </a:r>
            <a:r>
              <a:rPr lang="en-US" dirty="0"/>
              <a:t>: Small businesses, freelancers, and passion project owners know they need a professional online presence, but face massive barriers..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</a:t>
            </a:r>
            <a:r>
              <a:rPr lang="en-US" b="1" dirty="0"/>
              <a:t>The Pain Points</a:t>
            </a:r>
            <a:r>
              <a:rPr lang="en-US" dirty="0"/>
              <a:t>:.-</a:t>
            </a:r>
          </a:p>
          <a:p>
            <a:pPr marL="285750" indent="-285750">
              <a:buSzPts val="1100"/>
            </a:pPr>
            <a:r>
              <a:rPr lang="en-US" b="1" dirty="0"/>
              <a:t>High Cost</a:t>
            </a:r>
            <a:r>
              <a:rPr lang="en-US" dirty="0"/>
              <a:t>: Traditional agencies charge exorbitant fees for fragmented services..</a:t>
            </a:r>
          </a:p>
          <a:p>
            <a:pPr marL="285750" indent="-285750">
              <a:buSzPts val="1100"/>
            </a:pPr>
            <a:r>
              <a:rPr lang="en-US" b="1" dirty="0"/>
              <a:t>Complexity: </a:t>
            </a:r>
            <a:r>
              <a:rPr lang="en-US" dirty="0"/>
              <a:t>The process is overwhelming-you need a designer, a developer, a host , and a maintenance team.. </a:t>
            </a:r>
          </a:p>
          <a:p>
            <a:pPr marL="285750" indent="-285750">
              <a:buSzPts val="1100"/>
            </a:pPr>
            <a:r>
              <a:rPr lang="en-US" b="1" dirty="0"/>
              <a:t>Time &amp; Effort: </a:t>
            </a:r>
            <a:r>
              <a:rPr lang="en-US" dirty="0"/>
              <a:t>Managing multiple vendors and a complex project timeline is a full-time job.. </a:t>
            </a:r>
          </a:p>
          <a:p>
            <a:pPr marL="285750" indent="-285750">
              <a:buSzPts val="1100"/>
            </a:pPr>
            <a:r>
              <a:rPr lang="en-US" sz="1400" b="1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Poor Digital Experience: </a:t>
            </a:r>
            <a:r>
              <a:rPr lang="en-US" sz="14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Weak UI/UX and inconsistent branding result in low user engagement and disappointing conversion rates.</a:t>
            </a:r>
          </a:p>
          <a:p>
            <a:pPr marL="285750" indent="-285750">
              <a:buSzPts val="1100"/>
            </a:pPr>
            <a:r>
              <a:rPr lang="en-US" sz="1400" b="1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Video Content Barriers: </a:t>
            </a:r>
            <a:r>
              <a:rPr lang="en-US" sz="140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Professional video creation remains costly and complex, limiting effective marketing reach.</a:t>
            </a:r>
            <a:endParaRPr lang="en-US" b="1" dirty="0"/>
          </a:p>
          <a:p>
            <a:pPr marL="285750" indent="-285750">
              <a:buSzPts val="1100"/>
            </a:pPr>
            <a:r>
              <a:rPr lang="en-US" b="1" dirty="0"/>
              <a:t>Fragmented Services: </a:t>
            </a:r>
            <a:r>
              <a:rPr lang="en-US" dirty="0"/>
              <a:t>You get a website, but what about a logo, branding, or app UI/UX? These are separate, expensive services.</a:t>
            </a:r>
            <a:endParaRPr dirty="0"/>
          </a:p>
        </p:txBody>
      </p:sp>
      <p:grpSp>
        <p:nvGrpSpPr>
          <p:cNvPr id="446" name="Google Shape;446;p40"/>
          <p:cNvGrpSpPr/>
          <p:nvPr/>
        </p:nvGrpSpPr>
        <p:grpSpPr>
          <a:xfrm>
            <a:off x="6936426" y="1732882"/>
            <a:ext cx="2290365" cy="5842872"/>
            <a:chOff x="6323153" y="613276"/>
            <a:chExt cx="2290365" cy="5842872"/>
          </a:xfrm>
        </p:grpSpPr>
        <p:grpSp>
          <p:nvGrpSpPr>
            <p:cNvPr id="447" name="Google Shape;447;p40"/>
            <p:cNvGrpSpPr/>
            <p:nvPr/>
          </p:nvGrpSpPr>
          <p:grpSpPr>
            <a:xfrm rot="5400000">
              <a:off x="5205837" y="3453434"/>
              <a:ext cx="4357122" cy="707497"/>
              <a:chOff x="6456475" y="3575600"/>
              <a:chExt cx="3403204" cy="552603"/>
            </a:xfrm>
          </p:grpSpPr>
          <p:sp>
            <p:nvSpPr>
              <p:cNvPr id="448" name="Google Shape;448;p40"/>
              <p:cNvSpPr/>
              <p:nvPr/>
            </p:nvSpPr>
            <p:spPr>
              <a:xfrm>
                <a:off x="6456479" y="3575603"/>
                <a:ext cx="3403200" cy="5526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40"/>
              <p:cNvSpPr/>
              <p:nvPr/>
            </p:nvSpPr>
            <p:spPr>
              <a:xfrm>
                <a:off x="6456475" y="3575600"/>
                <a:ext cx="552600" cy="552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" name="Google Shape;450;p40"/>
            <p:cNvGrpSpPr/>
            <p:nvPr/>
          </p:nvGrpSpPr>
          <p:grpSpPr>
            <a:xfrm rot="5400000">
              <a:off x="5448246" y="2903168"/>
              <a:ext cx="5455165" cy="875381"/>
              <a:chOff x="6456469" y="3575596"/>
              <a:chExt cx="3443700" cy="552604"/>
            </a:xfrm>
          </p:grpSpPr>
          <p:sp>
            <p:nvSpPr>
              <p:cNvPr id="451" name="Google Shape;451;p40"/>
              <p:cNvSpPr/>
              <p:nvPr/>
            </p:nvSpPr>
            <p:spPr>
              <a:xfrm>
                <a:off x="6456469" y="3575596"/>
                <a:ext cx="3443700" cy="5526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lt2"/>
                  </a:gs>
                  <a:gs pos="100000">
                    <a:schemeClr val="accent3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40"/>
              <p:cNvSpPr/>
              <p:nvPr/>
            </p:nvSpPr>
            <p:spPr>
              <a:xfrm>
                <a:off x="6456475" y="3575600"/>
                <a:ext cx="552600" cy="552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40"/>
            <p:cNvGrpSpPr/>
            <p:nvPr/>
          </p:nvGrpSpPr>
          <p:grpSpPr>
            <a:xfrm rot="5400000">
              <a:off x="4797356" y="4222856"/>
              <a:ext cx="3759089" cy="707494"/>
              <a:chOff x="6456475" y="3575600"/>
              <a:chExt cx="2936100" cy="552600"/>
            </a:xfrm>
          </p:grpSpPr>
          <p:sp>
            <p:nvSpPr>
              <p:cNvPr id="454" name="Google Shape;454;p40"/>
              <p:cNvSpPr/>
              <p:nvPr/>
            </p:nvSpPr>
            <p:spPr>
              <a:xfrm>
                <a:off x="6456475" y="3575600"/>
                <a:ext cx="2936100" cy="5526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lt2"/>
                  </a:gs>
                  <a:gs pos="100000">
                    <a:schemeClr val="accent3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40"/>
              <p:cNvSpPr/>
              <p:nvPr/>
            </p:nvSpPr>
            <p:spPr>
              <a:xfrm>
                <a:off x="6456475" y="3575600"/>
                <a:ext cx="552600" cy="552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6" name="Google Shape;456;p40"/>
          <p:cNvGrpSpPr/>
          <p:nvPr/>
        </p:nvGrpSpPr>
        <p:grpSpPr>
          <a:xfrm flipH="1">
            <a:off x="-324298" y="-338"/>
            <a:ext cx="1590595" cy="875375"/>
            <a:chOff x="6456464" y="3575600"/>
            <a:chExt cx="1004100" cy="552601"/>
          </a:xfrm>
        </p:grpSpPr>
        <p:sp>
          <p:nvSpPr>
            <p:cNvPr id="457" name="Google Shape;457;p40"/>
            <p:cNvSpPr/>
            <p:nvPr/>
          </p:nvSpPr>
          <p:spPr>
            <a:xfrm>
              <a:off x="6456464" y="3575601"/>
              <a:ext cx="1004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0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p40"/>
          <p:cNvGrpSpPr/>
          <p:nvPr/>
        </p:nvGrpSpPr>
        <p:grpSpPr>
          <a:xfrm flipH="1">
            <a:off x="-369439" y="854739"/>
            <a:ext cx="1249832" cy="707506"/>
            <a:chOff x="6456475" y="3575600"/>
            <a:chExt cx="976202" cy="552609"/>
          </a:xfrm>
        </p:grpSpPr>
        <p:sp>
          <p:nvSpPr>
            <p:cNvPr id="460" name="Google Shape;460;p40"/>
            <p:cNvSpPr/>
            <p:nvPr/>
          </p:nvSpPr>
          <p:spPr>
            <a:xfrm>
              <a:off x="6456477" y="3575609"/>
              <a:ext cx="976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A0821DF-B471-E287-7AC7-538E86EF8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480" y="0"/>
            <a:ext cx="1747520" cy="640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745BE-5324-2CA6-4D7E-F018FEDC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059B7-8579-F93A-9768-E5218DA36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4380" y="1110150"/>
            <a:ext cx="6339538" cy="3442800"/>
          </a:xfrm>
        </p:spPr>
        <p:txBody>
          <a:bodyPr/>
          <a:lstStyle/>
          <a:p>
            <a:r>
              <a:rPr lang="en-US" b="1" dirty="0"/>
              <a:t>Our Promise</a:t>
            </a:r>
            <a:r>
              <a:rPr lang="en-US" dirty="0"/>
              <a:t>: We are the all-in-one digital presence team for everyone..</a:t>
            </a:r>
          </a:p>
          <a:p>
            <a:r>
              <a:rPr lang="en-US" b="1" dirty="0"/>
              <a:t>How We Solve It: </a:t>
            </a:r>
            <a:r>
              <a:rPr lang="en-US" dirty="0"/>
              <a:t>We offer a single, unified service package that covers every aspect of building and maintaining a professional online presence..</a:t>
            </a:r>
          </a:p>
          <a:p>
            <a:r>
              <a:rPr lang="en-US" b="1" dirty="0"/>
              <a:t>Our Core Services:. </a:t>
            </a:r>
            <a:r>
              <a:rPr lang="en-US" dirty="0"/>
              <a:t>Website Design &amp; Development: Custom, user-friendly, and responsive websites..</a:t>
            </a:r>
          </a:p>
          <a:p>
            <a:r>
              <a:rPr lang="en-US" dirty="0"/>
              <a:t> </a:t>
            </a:r>
            <a:r>
              <a:rPr lang="en-US" b="1" dirty="0"/>
              <a:t>UI/UX Design: </a:t>
            </a:r>
            <a:r>
              <a:rPr lang="en-US" dirty="0"/>
              <a:t>For websites and apps, ensuring a seamless user experience..</a:t>
            </a:r>
          </a:p>
          <a:p>
            <a:r>
              <a:rPr lang="en-US" dirty="0"/>
              <a:t> </a:t>
            </a:r>
            <a:r>
              <a:rPr lang="en-US" b="1" dirty="0"/>
              <a:t>Hosting &amp; Maintenance: </a:t>
            </a:r>
            <a:r>
              <a:rPr lang="en-US" dirty="0"/>
              <a:t>We manage everything, from security updates to server uptime.. </a:t>
            </a:r>
          </a:p>
          <a:p>
            <a:r>
              <a:rPr lang="en-US" b="1" dirty="0"/>
              <a:t>Creative Services: </a:t>
            </a:r>
            <a:r>
              <a:rPr lang="en-US" dirty="0"/>
              <a:t>Logo design, brand identity, and video editing to bring your vision to life. </a:t>
            </a:r>
          </a:p>
          <a:p>
            <a:r>
              <a:rPr lang="en-US" b="1" dirty="0"/>
              <a:t>Value Proposition: </a:t>
            </a:r>
            <a:r>
              <a:rPr lang="en-US" dirty="0"/>
              <a:t>We deliver a complete, high-quality digital solution at an affordable ,transparent , and all-inclusive price.</a:t>
            </a:r>
            <a:endParaRPr lang="en-IN" dirty="0"/>
          </a:p>
        </p:txBody>
      </p:sp>
      <p:grpSp>
        <p:nvGrpSpPr>
          <p:cNvPr id="4" name="Google Shape;446;p40">
            <a:extLst>
              <a:ext uri="{FF2B5EF4-FFF2-40B4-BE49-F238E27FC236}">
                <a16:creationId xmlns:a16="http://schemas.microsoft.com/office/drawing/2014/main" id="{937E7F72-9D76-9619-E34A-2588CAD22054}"/>
              </a:ext>
            </a:extLst>
          </p:cNvPr>
          <p:cNvGrpSpPr/>
          <p:nvPr/>
        </p:nvGrpSpPr>
        <p:grpSpPr>
          <a:xfrm>
            <a:off x="6936426" y="1732882"/>
            <a:ext cx="2290365" cy="5842872"/>
            <a:chOff x="6323153" y="613276"/>
            <a:chExt cx="2290365" cy="5842872"/>
          </a:xfrm>
        </p:grpSpPr>
        <p:grpSp>
          <p:nvGrpSpPr>
            <p:cNvPr id="5" name="Google Shape;447;p40">
              <a:extLst>
                <a:ext uri="{FF2B5EF4-FFF2-40B4-BE49-F238E27FC236}">
                  <a16:creationId xmlns:a16="http://schemas.microsoft.com/office/drawing/2014/main" id="{F27015E6-56A5-EDA3-7BF9-7AD1826AF4F5}"/>
                </a:ext>
              </a:extLst>
            </p:cNvPr>
            <p:cNvGrpSpPr/>
            <p:nvPr/>
          </p:nvGrpSpPr>
          <p:grpSpPr>
            <a:xfrm rot="5400000">
              <a:off x="5205837" y="3453434"/>
              <a:ext cx="4357122" cy="707497"/>
              <a:chOff x="6456475" y="3575600"/>
              <a:chExt cx="3403204" cy="552603"/>
            </a:xfrm>
          </p:grpSpPr>
          <p:sp>
            <p:nvSpPr>
              <p:cNvPr id="12" name="Google Shape;448;p40">
                <a:extLst>
                  <a:ext uri="{FF2B5EF4-FFF2-40B4-BE49-F238E27FC236}">
                    <a16:creationId xmlns:a16="http://schemas.microsoft.com/office/drawing/2014/main" id="{6512B3A7-62DA-9F50-7C87-0B35BA0A2292}"/>
                  </a:ext>
                </a:extLst>
              </p:cNvPr>
              <p:cNvSpPr/>
              <p:nvPr/>
            </p:nvSpPr>
            <p:spPr>
              <a:xfrm>
                <a:off x="6456479" y="3575603"/>
                <a:ext cx="3403200" cy="5526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449;p40">
                <a:extLst>
                  <a:ext uri="{FF2B5EF4-FFF2-40B4-BE49-F238E27FC236}">
                    <a16:creationId xmlns:a16="http://schemas.microsoft.com/office/drawing/2014/main" id="{EAFD131E-B968-416E-5222-830B3EDE619C}"/>
                  </a:ext>
                </a:extLst>
              </p:cNvPr>
              <p:cNvSpPr/>
              <p:nvPr/>
            </p:nvSpPr>
            <p:spPr>
              <a:xfrm>
                <a:off x="6456475" y="3575600"/>
                <a:ext cx="552600" cy="552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450;p40">
              <a:extLst>
                <a:ext uri="{FF2B5EF4-FFF2-40B4-BE49-F238E27FC236}">
                  <a16:creationId xmlns:a16="http://schemas.microsoft.com/office/drawing/2014/main" id="{315510BB-4766-E258-95E0-EA60DC49BEF8}"/>
                </a:ext>
              </a:extLst>
            </p:cNvPr>
            <p:cNvGrpSpPr/>
            <p:nvPr/>
          </p:nvGrpSpPr>
          <p:grpSpPr>
            <a:xfrm rot="5400000">
              <a:off x="5448246" y="2903168"/>
              <a:ext cx="5455165" cy="875381"/>
              <a:chOff x="6456469" y="3575596"/>
              <a:chExt cx="3443700" cy="552604"/>
            </a:xfrm>
          </p:grpSpPr>
          <p:sp>
            <p:nvSpPr>
              <p:cNvPr id="10" name="Google Shape;451;p40">
                <a:extLst>
                  <a:ext uri="{FF2B5EF4-FFF2-40B4-BE49-F238E27FC236}">
                    <a16:creationId xmlns:a16="http://schemas.microsoft.com/office/drawing/2014/main" id="{92CD426F-5300-691A-8E47-BD5DD1D185D8}"/>
                  </a:ext>
                </a:extLst>
              </p:cNvPr>
              <p:cNvSpPr/>
              <p:nvPr/>
            </p:nvSpPr>
            <p:spPr>
              <a:xfrm>
                <a:off x="6456469" y="3575596"/>
                <a:ext cx="3443700" cy="5526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lt2"/>
                  </a:gs>
                  <a:gs pos="100000">
                    <a:schemeClr val="accent3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452;p40">
                <a:extLst>
                  <a:ext uri="{FF2B5EF4-FFF2-40B4-BE49-F238E27FC236}">
                    <a16:creationId xmlns:a16="http://schemas.microsoft.com/office/drawing/2014/main" id="{A16CDFA9-DF75-95D9-80AB-16321D5EB228}"/>
                  </a:ext>
                </a:extLst>
              </p:cNvPr>
              <p:cNvSpPr/>
              <p:nvPr/>
            </p:nvSpPr>
            <p:spPr>
              <a:xfrm>
                <a:off x="6456475" y="3575600"/>
                <a:ext cx="552600" cy="552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453;p40">
              <a:extLst>
                <a:ext uri="{FF2B5EF4-FFF2-40B4-BE49-F238E27FC236}">
                  <a16:creationId xmlns:a16="http://schemas.microsoft.com/office/drawing/2014/main" id="{C03C798D-8C89-AB2C-706A-F71714C672E6}"/>
                </a:ext>
              </a:extLst>
            </p:cNvPr>
            <p:cNvGrpSpPr/>
            <p:nvPr/>
          </p:nvGrpSpPr>
          <p:grpSpPr>
            <a:xfrm rot="5400000">
              <a:off x="4797356" y="4222856"/>
              <a:ext cx="3759089" cy="707494"/>
              <a:chOff x="6456475" y="3575600"/>
              <a:chExt cx="2936100" cy="552600"/>
            </a:xfrm>
          </p:grpSpPr>
          <p:sp>
            <p:nvSpPr>
              <p:cNvPr id="8" name="Google Shape;454;p40">
                <a:extLst>
                  <a:ext uri="{FF2B5EF4-FFF2-40B4-BE49-F238E27FC236}">
                    <a16:creationId xmlns:a16="http://schemas.microsoft.com/office/drawing/2014/main" id="{79AC5372-BF24-BB24-C9C8-5CCFB51888A2}"/>
                  </a:ext>
                </a:extLst>
              </p:cNvPr>
              <p:cNvSpPr/>
              <p:nvPr/>
            </p:nvSpPr>
            <p:spPr>
              <a:xfrm>
                <a:off x="6456475" y="3575600"/>
                <a:ext cx="2936100" cy="5526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lt2"/>
                  </a:gs>
                  <a:gs pos="100000">
                    <a:schemeClr val="accent3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455;p40">
                <a:extLst>
                  <a:ext uri="{FF2B5EF4-FFF2-40B4-BE49-F238E27FC236}">
                    <a16:creationId xmlns:a16="http://schemas.microsoft.com/office/drawing/2014/main" id="{587744C3-3337-854B-662F-1FBE26B448D1}"/>
                  </a:ext>
                </a:extLst>
              </p:cNvPr>
              <p:cNvSpPr/>
              <p:nvPr/>
            </p:nvSpPr>
            <p:spPr>
              <a:xfrm>
                <a:off x="6456475" y="3575600"/>
                <a:ext cx="552600" cy="552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" name="Google Shape;456;p40">
            <a:extLst>
              <a:ext uri="{FF2B5EF4-FFF2-40B4-BE49-F238E27FC236}">
                <a16:creationId xmlns:a16="http://schemas.microsoft.com/office/drawing/2014/main" id="{01F7C477-10F8-710E-67FB-E3E0AD9EE404}"/>
              </a:ext>
            </a:extLst>
          </p:cNvPr>
          <p:cNvGrpSpPr/>
          <p:nvPr/>
        </p:nvGrpSpPr>
        <p:grpSpPr>
          <a:xfrm flipH="1">
            <a:off x="-286198" y="-38875"/>
            <a:ext cx="1590595" cy="875375"/>
            <a:chOff x="6456464" y="3575600"/>
            <a:chExt cx="1004100" cy="552601"/>
          </a:xfrm>
        </p:grpSpPr>
        <p:sp>
          <p:nvSpPr>
            <p:cNvPr id="15" name="Google Shape;457;p40">
              <a:extLst>
                <a:ext uri="{FF2B5EF4-FFF2-40B4-BE49-F238E27FC236}">
                  <a16:creationId xmlns:a16="http://schemas.microsoft.com/office/drawing/2014/main" id="{225A8C0C-096A-A130-7588-5640245D64B3}"/>
                </a:ext>
              </a:extLst>
            </p:cNvPr>
            <p:cNvSpPr/>
            <p:nvPr/>
          </p:nvSpPr>
          <p:spPr>
            <a:xfrm>
              <a:off x="6456464" y="3575601"/>
              <a:ext cx="1004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58;p40">
              <a:extLst>
                <a:ext uri="{FF2B5EF4-FFF2-40B4-BE49-F238E27FC236}">
                  <a16:creationId xmlns:a16="http://schemas.microsoft.com/office/drawing/2014/main" id="{92CA8ED5-18C0-2E7B-6915-44E7D2B4E786}"/>
                </a:ext>
              </a:extLst>
            </p:cNvPr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459;p40">
            <a:extLst>
              <a:ext uri="{FF2B5EF4-FFF2-40B4-BE49-F238E27FC236}">
                <a16:creationId xmlns:a16="http://schemas.microsoft.com/office/drawing/2014/main" id="{F329841A-DD06-B16C-E8A3-0854ABBCB2C1}"/>
              </a:ext>
            </a:extLst>
          </p:cNvPr>
          <p:cNvGrpSpPr/>
          <p:nvPr/>
        </p:nvGrpSpPr>
        <p:grpSpPr>
          <a:xfrm flipH="1">
            <a:off x="-408015" y="794117"/>
            <a:ext cx="1249832" cy="707506"/>
            <a:chOff x="6456475" y="3575600"/>
            <a:chExt cx="976202" cy="552609"/>
          </a:xfrm>
        </p:grpSpPr>
        <p:sp>
          <p:nvSpPr>
            <p:cNvPr id="18" name="Google Shape;460;p40">
              <a:extLst>
                <a:ext uri="{FF2B5EF4-FFF2-40B4-BE49-F238E27FC236}">
                  <a16:creationId xmlns:a16="http://schemas.microsoft.com/office/drawing/2014/main" id="{427C7BBC-E951-B5A2-D2BB-6C9D1FB09F4F}"/>
                </a:ext>
              </a:extLst>
            </p:cNvPr>
            <p:cNvSpPr/>
            <p:nvPr/>
          </p:nvSpPr>
          <p:spPr>
            <a:xfrm>
              <a:off x="6456477" y="3575609"/>
              <a:ext cx="976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461;p40">
              <a:extLst>
                <a:ext uri="{FF2B5EF4-FFF2-40B4-BE49-F238E27FC236}">
                  <a16:creationId xmlns:a16="http://schemas.microsoft.com/office/drawing/2014/main" id="{D0BD2D83-F0FD-710A-7D3F-34A46CD94D97}"/>
                </a:ext>
              </a:extLst>
            </p:cNvPr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0" name="Picture 1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1A12BC5-3655-C48E-CC48-6B0304FEC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480" y="13363"/>
            <a:ext cx="1747520" cy="64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38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E72A-08D9-9CCA-02A4-11146559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Market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8CF19-45A5-2018-2E56-17E95014E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932" y="1527980"/>
            <a:ext cx="6757760" cy="2410472"/>
          </a:xfrm>
        </p:spPr>
        <p:txBody>
          <a:bodyPr/>
          <a:lstStyle/>
          <a:p>
            <a:r>
              <a:rPr lang="en-US" sz="2000" b="1" dirty="0"/>
              <a:t>Our Target Market: </a:t>
            </a:r>
            <a:r>
              <a:rPr lang="en-US" sz="2000" dirty="0"/>
              <a:t>We are not targeting large enterprises. Our focus is on the rapidly growing segments of:.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Small and Medium Enterprises (SMEs).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Individual Freelancers and Entrepreneurs.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E-commerce Startups.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Bloggers and Content Creators.</a:t>
            </a:r>
            <a:endParaRPr lang="en-IN" sz="2000" dirty="0"/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A69DF97-B370-FC83-983F-916BEEFC9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747520" cy="64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5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A70E-B1AF-6375-13A3-23B3A56F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945" y="64174"/>
            <a:ext cx="7710900" cy="572700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ea typeface="Crimson Pro Bold" pitchFamily="34" charset="-122"/>
                <a:cs typeface="Crimson Pro Bold" pitchFamily="34" charset="-120"/>
              </a:rPr>
              <a:t>Our Complete Digital Ecosystem</a:t>
            </a:r>
            <a:br>
              <a:rPr lang="en-US" sz="3200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A2DDE0A-9944-7A40-AA53-F14A8D5E9800}"/>
              </a:ext>
            </a:extLst>
          </p:cNvPr>
          <p:cNvSpPr/>
          <p:nvPr/>
        </p:nvSpPr>
        <p:spPr>
          <a:xfrm>
            <a:off x="491607" y="715199"/>
            <a:ext cx="8151763" cy="3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969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We've reimagined digital services delivery through an integrated, affordable approach that transforms how businesses establish their online presence.</a:t>
            </a:r>
            <a:endParaRPr lang="en-US" sz="969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A3AC276-C550-2C48-4586-0AC8D421D35F}"/>
              </a:ext>
            </a:extLst>
          </p:cNvPr>
          <p:cNvSpPr/>
          <p:nvPr/>
        </p:nvSpPr>
        <p:spPr>
          <a:xfrm>
            <a:off x="888240" y="150212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19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Development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27E89-B9F7-6D38-E320-6445868B1C35}"/>
              </a:ext>
            </a:extLst>
          </p:cNvPr>
          <p:cNvSpPr txBox="1"/>
          <p:nvPr/>
        </p:nvSpPr>
        <p:spPr>
          <a:xfrm>
            <a:off x="506524" y="1844046"/>
            <a:ext cx="2487080" cy="199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 websites built from scratch using modern frameworks. Responsive design ensuring perfect performance across all devices. Advanced functionality including e-commerce, booking systems, and CRM integration.</a:t>
            </a:r>
          </a:p>
          <a:p>
            <a:endParaRPr lang="en-US" sz="970" dirty="0">
              <a:solidFill>
                <a:schemeClr val="tx1"/>
              </a:solidFill>
              <a:latin typeface="Albert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 coding and development.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E-commerce solutions.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Mobile-first responsive design.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SEO optimization.</a:t>
            </a:r>
          </a:p>
          <a:p>
            <a:endParaRPr lang="en-US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7B95A109-437E-16D2-C3D2-F56C1FE2CEF8}"/>
              </a:ext>
            </a:extLst>
          </p:cNvPr>
          <p:cNvSpPr/>
          <p:nvPr/>
        </p:nvSpPr>
        <p:spPr>
          <a:xfrm>
            <a:off x="3818582" y="150212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19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Brand &amp; Design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F58F4202-C97B-2DE2-93E0-E90053A32A8C}"/>
              </a:ext>
            </a:extLst>
          </p:cNvPr>
          <p:cNvSpPr/>
          <p:nvPr/>
        </p:nvSpPr>
        <p:spPr>
          <a:xfrm>
            <a:off x="3412802" y="1800522"/>
            <a:ext cx="2377158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3"/>
              </a:lnSpc>
            </a:pPr>
            <a:endParaRPr lang="en-US" sz="969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2C5CE9-7A3E-8EB0-92E9-0D04D7378447}"/>
              </a:ext>
            </a:extLst>
          </p:cNvPr>
          <p:cNvSpPr txBox="1"/>
          <p:nvPr/>
        </p:nvSpPr>
        <p:spPr>
          <a:xfrm>
            <a:off x="3276600" y="2218598"/>
            <a:ext cx="2538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FD693A-248B-19F3-7451-EEF896BB214F}"/>
              </a:ext>
            </a:extLst>
          </p:cNvPr>
          <p:cNvSpPr txBox="1"/>
          <p:nvPr/>
        </p:nvSpPr>
        <p:spPr>
          <a:xfrm>
            <a:off x="6453138" y="1459006"/>
            <a:ext cx="226505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2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 Marketing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531C24-7A73-A3DD-F0DE-65CF9248D289}"/>
              </a:ext>
            </a:extLst>
          </p:cNvPr>
          <p:cNvSpPr txBox="1"/>
          <p:nvPr/>
        </p:nvSpPr>
        <p:spPr>
          <a:xfrm>
            <a:off x="6012266" y="1844046"/>
            <a:ext cx="2467160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Strategic content creation including video editing, social media management, and digital advertising campaigns. Data-driven approach to maximize ROI and accelerate business growth.</a:t>
            </a:r>
          </a:p>
          <a:p>
            <a:endParaRPr lang="en-US" sz="105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Video editing and production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Social media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Content strategy and creation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 advertising campaigns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E3077DBF-5241-1CFD-768A-C0F94098B309}"/>
              </a:ext>
            </a:extLst>
          </p:cNvPr>
          <p:cNvSpPr/>
          <p:nvPr/>
        </p:nvSpPr>
        <p:spPr>
          <a:xfrm>
            <a:off x="445303" y="1201772"/>
            <a:ext cx="2634556" cy="2714923"/>
          </a:xfrm>
          <a:prstGeom prst="roundRect">
            <a:avLst>
              <a:gd name="adj" fmla="val 1978"/>
            </a:avLst>
          </a:prstGeom>
          <a:solidFill>
            <a:schemeClr val="bg1"/>
          </a:solidFill>
          <a:ln w="762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174BCA2F-C4F0-7BAE-A882-8DDCF49C7603}"/>
              </a:ext>
            </a:extLst>
          </p:cNvPr>
          <p:cNvSpPr/>
          <p:nvPr/>
        </p:nvSpPr>
        <p:spPr>
          <a:xfrm>
            <a:off x="3180984" y="1201772"/>
            <a:ext cx="2634556" cy="2714923"/>
          </a:xfrm>
          <a:prstGeom prst="roundRect">
            <a:avLst>
              <a:gd name="adj" fmla="val 1978"/>
            </a:avLst>
          </a:prstGeom>
          <a:solidFill>
            <a:schemeClr val="bg1"/>
          </a:solidFill>
          <a:ln w="7620">
            <a:solidFill>
              <a:schemeClr val="tx1"/>
            </a:solidFill>
            <a:prstDash val="solid"/>
          </a:ln>
        </p:spPr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496F9487-B2EC-E25E-56C7-F0096F85B813}"/>
              </a:ext>
            </a:extLst>
          </p:cNvPr>
          <p:cNvSpPr/>
          <p:nvPr/>
        </p:nvSpPr>
        <p:spPr>
          <a:xfrm>
            <a:off x="5938069" y="1201772"/>
            <a:ext cx="2634556" cy="2714923"/>
          </a:xfrm>
          <a:prstGeom prst="roundRect">
            <a:avLst>
              <a:gd name="adj" fmla="val 1978"/>
            </a:avLst>
          </a:prstGeom>
          <a:solidFill>
            <a:schemeClr val="bg1"/>
          </a:solidFill>
          <a:ln w="7620">
            <a:solidFill>
              <a:schemeClr val="tx1"/>
            </a:solidFill>
            <a:prstDash val="solid"/>
          </a:ln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4FE0CA0F-1C86-9F63-8555-A844C191CF9E}"/>
              </a:ext>
            </a:extLst>
          </p:cNvPr>
          <p:cNvSpPr/>
          <p:nvPr/>
        </p:nvSpPr>
        <p:spPr>
          <a:xfrm>
            <a:off x="909659" y="131684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19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Development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F838FB-5940-1B5F-94EB-3CFD76840011}"/>
              </a:ext>
            </a:extLst>
          </p:cNvPr>
          <p:cNvSpPr txBox="1"/>
          <p:nvPr/>
        </p:nvSpPr>
        <p:spPr>
          <a:xfrm>
            <a:off x="527943" y="1658771"/>
            <a:ext cx="2487080" cy="199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 websites built from scratch using modern frameworks. Responsive design ensuring perfect performance across all devices. Advanced functionality including e-commerce, booking systems, and CRM integration.</a:t>
            </a:r>
          </a:p>
          <a:p>
            <a:endParaRPr lang="en-US" sz="970" dirty="0">
              <a:solidFill>
                <a:schemeClr val="tx1"/>
              </a:solidFill>
              <a:latin typeface="Albert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 coding and development.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E-commerce solutions.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Mobile-first responsive design.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SEO optimization.</a:t>
            </a:r>
          </a:p>
          <a:p>
            <a:endParaRPr lang="en-US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6156DE9-3AAA-444D-9029-6BB72D52E6F2}"/>
              </a:ext>
            </a:extLst>
          </p:cNvPr>
          <p:cNvSpPr/>
          <p:nvPr/>
        </p:nvSpPr>
        <p:spPr>
          <a:xfrm>
            <a:off x="3840001" y="131684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19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Brand &amp; Design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0213A9-4472-F0A3-F859-E598D8ED7037}"/>
              </a:ext>
            </a:extLst>
          </p:cNvPr>
          <p:cNvSpPr txBox="1"/>
          <p:nvPr/>
        </p:nvSpPr>
        <p:spPr>
          <a:xfrm>
            <a:off x="3225422" y="1518127"/>
            <a:ext cx="2538940" cy="2537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0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brand identity creation from logo design to comprehensive style guides. UI/UX design for websites and mobile applications, ensuring exceptional user experience and conversion optimization.</a:t>
            </a:r>
          </a:p>
          <a:p>
            <a:endParaRPr lang="en-US" sz="97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Logo and brand identity.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UI/UX design for web and mobile.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Brand guidelines and assets Print and digital marketing materials.</a:t>
            </a:r>
          </a:p>
          <a:p>
            <a:endParaRPr lang="en-US" sz="1400" dirty="0"/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38C0F8-E20B-F738-D512-8AB30CD5DBDE}"/>
              </a:ext>
            </a:extLst>
          </p:cNvPr>
          <p:cNvSpPr txBox="1"/>
          <p:nvPr/>
        </p:nvSpPr>
        <p:spPr>
          <a:xfrm>
            <a:off x="6474557" y="1273731"/>
            <a:ext cx="226505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2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 Marketing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7F6EF1-807E-9381-E042-63C5A57D11B0}"/>
              </a:ext>
            </a:extLst>
          </p:cNvPr>
          <p:cNvSpPr txBox="1"/>
          <p:nvPr/>
        </p:nvSpPr>
        <p:spPr>
          <a:xfrm>
            <a:off x="6033685" y="1658771"/>
            <a:ext cx="2467160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Strategic content creation including video editing, social media management, and digital advertising campaigns. Data-driven approach to maximize ROI and accelerate business growth.</a:t>
            </a:r>
          </a:p>
          <a:p>
            <a:endParaRPr lang="en-US" sz="105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Video editing and production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Social media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Content strategy and creation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 advertising campaigns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CDC77C-82F3-43F0-FAC8-7E4785E32501}"/>
              </a:ext>
            </a:extLst>
          </p:cNvPr>
          <p:cNvSpPr txBox="1"/>
          <p:nvPr/>
        </p:nvSpPr>
        <p:spPr>
          <a:xfrm>
            <a:off x="423899" y="4055745"/>
            <a:ext cx="829428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Unlike fragmented service providers, we deliver end-to-end solutions under one roof, ensuring brand consistency, streamlined communication, and significant cost savings for our clients.</a:t>
            </a:r>
          </a:p>
          <a:p>
            <a:endParaRPr lang="en-US" dirty="0"/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7669BB7-C27C-DAF0-96B3-8060F6BA5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096" y="4491361"/>
            <a:ext cx="1747520" cy="64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0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BA06-48F2-8EF4-922A-2E2B48230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Business Model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018E5-250D-30DC-1518-B7A9C659C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0900" y="1561050"/>
            <a:ext cx="5373300" cy="2458500"/>
          </a:xfrm>
        </p:spPr>
        <p:txBody>
          <a:bodyPr/>
          <a:lstStyle/>
          <a:p>
            <a:r>
              <a:rPr lang="en-US" b="1" dirty="0"/>
              <a:t>Revenue Streams: </a:t>
            </a:r>
            <a:r>
              <a:rPr lang="en-US" dirty="0"/>
              <a:t>We operate on a hybrid model that ensures predictable revenue..</a:t>
            </a:r>
          </a:p>
          <a:p>
            <a:r>
              <a:rPr lang="en-US" b="1" dirty="0"/>
              <a:t>Project-Based Fees: </a:t>
            </a:r>
            <a:r>
              <a:rPr lang="en-US" dirty="0"/>
              <a:t>One-time fees for website creation, logo design, or app UI/UX.. </a:t>
            </a:r>
          </a:p>
          <a:p>
            <a:r>
              <a:rPr lang="en-US" b="1" dirty="0"/>
              <a:t>Subscription Model: </a:t>
            </a:r>
            <a:r>
              <a:rPr lang="en-US" dirty="0"/>
              <a:t>Affordable monthly or annual subscription plans for ongoing hosting, security, and maintenance. This creates a stable, recurring revenue stream.. </a:t>
            </a:r>
          </a:p>
          <a:p>
            <a:r>
              <a:rPr lang="en-US" b="1" dirty="0"/>
              <a:t>Pricing Strategy: </a:t>
            </a:r>
            <a:r>
              <a:rPr lang="en-US" dirty="0"/>
              <a:t>Simple, transparent packages (e.g., Basic, Pro, E-commerce) with clear deliverables, eliminating hidden costs and confusion for clients.</a:t>
            </a:r>
            <a:endParaRPr lang="en-IN" dirty="0"/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E774FDC-AA40-5984-AF1F-BEE70ECB4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747520" cy="64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3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3"/>
          <p:cNvSpPr/>
          <p:nvPr/>
        </p:nvSpPr>
        <p:spPr>
          <a:xfrm rot="-8100000" flipH="1">
            <a:off x="5076529" y="1778409"/>
            <a:ext cx="917817" cy="880182"/>
          </a:xfrm>
          <a:custGeom>
            <a:avLst/>
            <a:gdLst/>
            <a:ahLst/>
            <a:cxnLst/>
            <a:rect l="l" t="t" r="r" b="b"/>
            <a:pathLst>
              <a:path w="36826" h="36720" extrusionOk="0">
                <a:moveTo>
                  <a:pt x="36232" y="1"/>
                </a:moveTo>
                <a:cubicBezTo>
                  <a:pt x="36094" y="1"/>
                  <a:pt x="35959" y="51"/>
                  <a:pt x="35859" y="150"/>
                </a:cubicBezTo>
                <a:cubicBezTo>
                  <a:pt x="35660" y="378"/>
                  <a:pt x="35660" y="690"/>
                  <a:pt x="35859" y="918"/>
                </a:cubicBezTo>
                <a:cubicBezTo>
                  <a:pt x="35973" y="1003"/>
                  <a:pt x="36115" y="1060"/>
                  <a:pt x="36229" y="1060"/>
                </a:cubicBezTo>
                <a:cubicBezTo>
                  <a:pt x="36371" y="1060"/>
                  <a:pt x="36513" y="1003"/>
                  <a:pt x="36627" y="918"/>
                </a:cubicBezTo>
                <a:cubicBezTo>
                  <a:pt x="36826" y="690"/>
                  <a:pt x="36826" y="378"/>
                  <a:pt x="36627" y="150"/>
                </a:cubicBezTo>
                <a:cubicBezTo>
                  <a:pt x="36513" y="51"/>
                  <a:pt x="36371" y="1"/>
                  <a:pt x="36232" y="1"/>
                </a:cubicBezTo>
                <a:close/>
                <a:moveTo>
                  <a:pt x="33694" y="2560"/>
                </a:moveTo>
                <a:cubicBezTo>
                  <a:pt x="33556" y="2560"/>
                  <a:pt x="33414" y="2610"/>
                  <a:pt x="33300" y="2709"/>
                </a:cubicBezTo>
                <a:cubicBezTo>
                  <a:pt x="33101" y="2909"/>
                  <a:pt x="33101" y="3250"/>
                  <a:pt x="33300" y="3449"/>
                </a:cubicBezTo>
                <a:cubicBezTo>
                  <a:pt x="33414" y="3563"/>
                  <a:pt x="33556" y="3619"/>
                  <a:pt x="33698" y="3619"/>
                </a:cubicBezTo>
                <a:cubicBezTo>
                  <a:pt x="33840" y="3619"/>
                  <a:pt x="33954" y="3563"/>
                  <a:pt x="34068" y="3449"/>
                </a:cubicBezTo>
                <a:cubicBezTo>
                  <a:pt x="34267" y="3250"/>
                  <a:pt x="34267" y="2909"/>
                  <a:pt x="34068" y="2709"/>
                </a:cubicBezTo>
                <a:cubicBezTo>
                  <a:pt x="33968" y="2610"/>
                  <a:pt x="33833" y="2560"/>
                  <a:pt x="33694" y="2560"/>
                </a:cubicBezTo>
                <a:close/>
                <a:moveTo>
                  <a:pt x="31139" y="5091"/>
                </a:moveTo>
                <a:cubicBezTo>
                  <a:pt x="31004" y="5091"/>
                  <a:pt x="30869" y="5141"/>
                  <a:pt x="30769" y="5240"/>
                </a:cubicBezTo>
                <a:cubicBezTo>
                  <a:pt x="30570" y="5468"/>
                  <a:pt x="30570" y="5809"/>
                  <a:pt x="30769" y="6008"/>
                </a:cubicBezTo>
                <a:cubicBezTo>
                  <a:pt x="30883" y="6122"/>
                  <a:pt x="30996" y="6150"/>
                  <a:pt x="31139" y="6150"/>
                </a:cubicBezTo>
                <a:cubicBezTo>
                  <a:pt x="31281" y="6150"/>
                  <a:pt x="31423" y="6122"/>
                  <a:pt x="31508" y="6008"/>
                </a:cubicBezTo>
                <a:cubicBezTo>
                  <a:pt x="31736" y="5809"/>
                  <a:pt x="31736" y="5468"/>
                  <a:pt x="31508" y="5240"/>
                </a:cubicBezTo>
                <a:cubicBezTo>
                  <a:pt x="31409" y="5141"/>
                  <a:pt x="31274" y="5091"/>
                  <a:pt x="31139" y="5091"/>
                </a:cubicBezTo>
                <a:close/>
                <a:moveTo>
                  <a:pt x="28594" y="7650"/>
                </a:moveTo>
                <a:cubicBezTo>
                  <a:pt x="28458" y="7650"/>
                  <a:pt x="28323" y="7700"/>
                  <a:pt x="28210" y="7800"/>
                </a:cubicBezTo>
                <a:cubicBezTo>
                  <a:pt x="28011" y="7999"/>
                  <a:pt x="28011" y="8340"/>
                  <a:pt x="28210" y="8567"/>
                </a:cubicBezTo>
                <a:cubicBezTo>
                  <a:pt x="28323" y="8653"/>
                  <a:pt x="28466" y="8710"/>
                  <a:pt x="28608" y="8710"/>
                </a:cubicBezTo>
                <a:cubicBezTo>
                  <a:pt x="28722" y="8710"/>
                  <a:pt x="28864" y="8653"/>
                  <a:pt x="28977" y="8567"/>
                </a:cubicBezTo>
                <a:cubicBezTo>
                  <a:pt x="29177" y="8340"/>
                  <a:pt x="29177" y="7999"/>
                  <a:pt x="28977" y="7800"/>
                </a:cubicBezTo>
                <a:cubicBezTo>
                  <a:pt x="28864" y="7700"/>
                  <a:pt x="28729" y="7650"/>
                  <a:pt x="28594" y="7650"/>
                </a:cubicBezTo>
                <a:close/>
                <a:moveTo>
                  <a:pt x="26048" y="10188"/>
                </a:moveTo>
                <a:cubicBezTo>
                  <a:pt x="25913" y="10188"/>
                  <a:pt x="25778" y="10245"/>
                  <a:pt x="25679" y="10359"/>
                </a:cubicBezTo>
                <a:cubicBezTo>
                  <a:pt x="25451" y="10558"/>
                  <a:pt x="25451" y="10899"/>
                  <a:pt x="25679" y="11098"/>
                </a:cubicBezTo>
                <a:cubicBezTo>
                  <a:pt x="25764" y="11212"/>
                  <a:pt x="25906" y="11269"/>
                  <a:pt x="26048" y="11269"/>
                </a:cubicBezTo>
                <a:cubicBezTo>
                  <a:pt x="26191" y="11269"/>
                  <a:pt x="26333" y="11212"/>
                  <a:pt x="26418" y="11098"/>
                </a:cubicBezTo>
                <a:cubicBezTo>
                  <a:pt x="26646" y="10899"/>
                  <a:pt x="26646" y="10558"/>
                  <a:pt x="26418" y="10359"/>
                </a:cubicBezTo>
                <a:cubicBezTo>
                  <a:pt x="26319" y="10245"/>
                  <a:pt x="26184" y="10188"/>
                  <a:pt x="26048" y="10188"/>
                </a:cubicBezTo>
                <a:close/>
                <a:moveTo>
                  <a:pt x="23493" y="12741"/>
                </a:moveTo>
                <a:cubicBezTo>
                  <a:pt x="23354" y="12741"/>
                  <a:pt x="23219" y="12790"/>
                  <a:pt x="23120" y="12890"/>
                </a:cubicBezTo>
                <a:cubicBezTo>
                  <a:pt x="22920" y="13089"/>
                  <a:pt x="22920" y="13430"/>
                  <a:pt x="23120" y="13658"/>
                </a:cubicBezTo>
                <a:cubicBezTo>
                  <a:pt x="23233" y="13743"/>
                  <a:pt x="23375" y="13800"/>
                  <a:pt x="23489" y="13800"/>
                </a:cubicBezTo>
                <a:cubicBezTo>
                  <a:pt x="23631" y="13800"/>
                  <a:pt x="23774" y="13743"/>
                  <a:pt x="23887" y="13658"/>
                </a:cubicBezTo>
                <a:cubicBezTo>
                  <a:pt x="24086" y="13430"/>
                  <a:pt x="24086" y="13089"/>
                  <a:pt x="23887" y="12890"/>
                </a:cubicBezTo>
                <a:cubicBezTo>
                  <a:pt x="23774" y="12790"/>
                  <a:pt x="23631" y="12741"/>
                  <a:pt x="23493" y="12741"/>
                </a:cubicBezTo>
                <a:close/>
                <a:moveTo>
                  <a:pt x="20958" y="15278"/>
                </a:moveTo>
                <a:cubicBezTo>
                  <a:pt x="20823" y="15278"/>
                  <a:pt x="20688" y="15335"/>
                  <a:pt x="20589" y="15449"/>
                </a:cubicBezTo>
                <a:cubicBezTo>
                  <a:pt x="20361" y="15648"/>
                  <a:pt x="20361" y="15989"/>
                  <a:pt x="20589" y="16188"/>
                </a:cubicBezTo>
                <a:cubicBezTo>
                  <a:pt x="20674" y="16302"/>
                  <a:pt x="20816" y="16359"/>
                  <a:pt x="20958" y="16359"/>
                </a:cubicBezTo>
                <a:cubicBezTo>
                  <a:pt x="21101" y="16359"/>
                  <a:pt x="21214" y="16302"/>
                  <a:pt x="21328" y="16188"/>
                </a:cubicBezTo>
                <a:cubicBezTo>
                  <a:pt x="21527" y="15989"/>
                  <a:pt x="21527" y="15648"/>
                  <a:pt x="21328" y="15449"/>
                </a:cubicBezTo>
                <a:cubicBezTo>
                  <a:pt x="21228" y="15335"/>
                  <a:pt x="21093" y="15278"/>
                  <a:pt x="20958" y="15278"/>
                </a:cubicBezTo>
                <a:close/>
                <a:moveTo>
                  <a:pt x="18399" y="17831"/>
                </a:moveTo>
                <a:cubicBezTo>
                  <a:pt x="18264" y="17831"/>
                  <a:pt x="18129" y="17880"/>
                  <a:pt x="18029" y="17980"/>
                </a:cubicBezTo>
                <a:cubicBezTo>
                  <a:pt x="17830" y="18207"/>
                  <a:pt x="17830" y="18549"/>
                  <a:pt x="18029" y="18748"/>
                </a:cubicBezTo>
                <a:cubicBezTo>
                  <a:pt x="18143" y="18833"/>
                  <a:pt x="18257" y="18890"/>
                  <a:pt x="18399" y="18890"/>
                </a:cubicBezTo>
                <a:cubicBezTo>
                  <a:pt x="18541" y="18890"/>
                  <a:pt x="18683" y="18833"/>
                  <a:pt x="18769" y="18748"/>
                </a:cubicBezTo>
                <a:cubicBezTo>
                  <a:pt x="18996" y="18549"/>
                  <a:pt x="18996" y="18207"/>
                  <a:pt x="18769" y="17980"/>
                </a:cubicBezTo>
                <a:cubicBezTo>
                  <a:pt x="18669" y="17880"/>
                  <a:pt x="18534" y="17831"/>
                  <a:pt x="18399" y="17831"/>
                </a:cubicBezTo>
                <a:close/>
                <a:moveTo>
                  <a:pt x="15865" y="20390"/>
                </a:moveTo>
                <a:cubicBezTo>
                  <a:pt x="15726" y="20390"/>
                  <a:pt x="15584" y="20440"/>
                  <a:pt x="15470" y="20539"/>
                </a:cubicBezTo>
                <a:cubicBezTo>
                  <a:pt x="15271" y="20738"/>
                  <a:pt x="15271" y="21080"/>
                  <a:pt x="15470" y="21279"/>
                </a:cubicBezTo>
                <a:cubicBezTo>
                  <a:pt x="15584" y="21392"/>
                  <a:pt x="15726" y="21449"/>
                  <a:pt x="15868" y="21449"/>
                </a:cubicBezTo>
                <a:cubicBezTo>
                  <a:pt x="15982" y="21449"/>
                  <a:pt x="16124" y="21392"/>
                  <a:pt x="16238" y="21279"/>
                </a:cubicBezTo>
                <a:cubicBezTo>
                  <a:pt x="16437" y="21080"/>
                  <a:pt x="16437" y="20738"/>
                  <a:pt x="16238" y="20539"/>
                </a:cubicBezTo>
                <a:cubicBezTo>
                  <a:pt x="16138" y="20440"/>
                  <a:pt x="16003" y="20390"/>
                  <a:pt x="15865" y="20390"/>
                </a:cubicBezTo>
                <a:close/>
                <a:moveTo>
                  <a:pt x="13309" y="22921"/>
                </a:moveTo>
                <a:cubicBezTo>
                  <a:pt x="13174" y="22921"/>
                  <a:pt x="13039" y="22971"/>
                  <a:pt x="12939" y="23070"/>
                </a:cubicBezTo>
                <a:cubicBezTo>
                  <a:pt x="12712" y="23298"/>
                  <a:pt x="12712" y="23639"/>
                  <a:pt x="12939" y="23838"/>
                </a:cubicBezTo>
                <a:cubicBezTo>
                  <a:pt x="13025" y="23952"/>
                  <a:pt x="13167" y="23980"/>
                  <a:pt x="13309" y="23980"/>
                </a:cubicBezTo>
                <a:cubicBezTo>
                  <a:pt x="13451" y="23980"/>
                  <a:pt x="13593" y="23952"/>
                  <a:pt x="13679" y="23838"/>
                </a:cubicBezTo>
                <a:cubicBezTo>
                  <a:pt x="13906" y="23639"/>
                  <a:pt x="13906" y="23298"/>
                  <a:pt x="13679" y="23070"/>
                </a:cubicBezTo>
                <a:cubicBezTo>
                  <a:pt x="13579" y="22971"/>
                  <a:pt x="13444" y="22921"/>
                  <a:pt x="13309" y="22921"/>
                </a:cubicBezTo>
                <a:close/>
                <a:moveTo>
                  <a:pt x="10764" y="25480"/>
                </a:moveTo>
                <a:cubicBezTo>
                  <a:pt x="10629" y="25480"/>
                  <a:pt x="10494" y="25530"/>
                  <a:pt x="10380" y="25629"/>
                </a:cubicBezTo>
                <a:cubicBezTo>
                  <a:pt x="10181" y="25829"/>
                  <a:pt x="10181" y="26170"/>
                  <a:pt x="10380" y="26397"/>
                </a:cubicBezTo>
                <a:cubicBezTo>
                  <a:pt x="10494" y="26483"/>
                  <a:pt x="10636" y="26539"/>
                  <a:pt x="10778" y="26539"/>
                </a:cubicBezTo>
                <a:cubicBezTo>
                  <a:pt x="10892" y="26539"/>
                  <a:pt x="11034" y="26483"/>
                  <a:pt x="11148" y="26397"/>
                </a:cubicBezTo>
                <a:cubicBezTo>
                  <a:pt x="11347" y="26170"/>
                  <a:pt x="11347" y="25829"/>
                  <a:pt x="11148" y="25629"/>
                </a:cubicBezTo>
                <a:cubicBezTo>
                  <a:pt x="11034" y="25530"/>
                  <a:pt x="10899" y="25480"/>
                  <a:pt x="10764" y="25480"/>
                </a:cubicBezTo>
                <a:close/>
                <a:moveTo>
                  <a:pt x="8219" y="28018"/>
                </a:moveTo>
                <a:cubicBezTo>
                  <a:pt x="8084" y="28018"/>
                  <a:pt x="7949" y="28075"/>
                  <a:pt x="7849" y="28189"/>
                </a:cubicBezTo>
                <a:cubicBezTo>
                  <a:pt x="7622" y="28388"/>
                  <a:pt x="7622" y="28729"/>
                  <a:pt x="7849" y="28928"/>
                </a:cubicBezTo>
                <a:cubicBezTo>
                  <a:pt x="7934" y="29042"/>
                  <a:pt x="8077" y="29099"/>
                  <a:pt x="8219" y="29099"/>
                </a:cubicBezTo>
                <a:cubicBezTo>
                  <a:pt x="8361" y="29099"/>
                  <a:pt x="8475" y="29042"/>
                  <a:pt x="8588" y="28928"/>
                </a:cubicBezTo>
                <a:cubicBezTo>
                  <a:pt x="8787" y="28729"/>
                  <a:pt x="8787" y="28388"/>
                  <a:pt x="8588" y="28189"/>
                </a:cubicBezTo>
                <a:cubicBezTo>
                  <a:pt x="8489" y="28075"/>
                  <a:pt x="8354" y="28018"/>
                  <a:pt x="8219" y="28018"/>
                </a:cubicBezTo>
                <a:close/>
                <a:moveTo>
                  <a:pt x="5663" y="30570"/>
                </a:moveTo>
                <a:cubicBezTo>
                  <a:pt x="5524" y="30570"/>
                  <a:pt x="5389" y="30620"/>
                  <a:pt x="5290" y="30720"/>
                </a:cubicBezTo>
                <a:cubicBezTo>
                  <a:pt x="5091" y="30947"/>
                  <a:pt x="5091" y="31260"/>
                  <a:pt x="5290" y="31487"/>
                </a:cubicBezTo>
                <a:cubicBezTo>
                  <a:pt x="5403" y="31573"/>
                  <a:pt x="5546" y="31630"/>
                  <a:pt x="5659" y="31630"/>
                </a:cubicBezTo>
                <a:cubicBezTo>
                  <a:pt x="5802" y="31630"/>
                  <a:pt x="5944" y="31573"/>
                  <a:pt x="6058" y="31487"/>
                </a:cubicBezTo>
                <a:cubicBezTo>
                  <a:pt x="6257" y="31260"/>
                  <a:pt x="6257" y="30947"/>
                  <a:pt x="6058" y="30720"/>
                </a:cubicBezTo>
                <a:cubicBezTo>
                  <a:pt x="5944" y="30620"/>
                  <a:pt x="5802" y="30570"/>
                  <a:pt x="5663" y="30570"/>
                </a:cubicBezTo>
                <a:close/>
                <a:moveTo>
                  <a:pt x="3125" y="33108"/>
                </a:moveTo>
                <a:cubicBezTo>
                  <a:pt x="2986" y="33108"/>
                  <a:pt x="2844" y="33165"/>
                  <a:pt x="2730" y="33279"/>
                </a:cubicBezTo>
                <a:cubicBezTo>
                  <a:pt x="2531" y="33478"/>
                  <a:pt x="2531" y="33819"/>
                  <a:pt x="2730" y="34018"/>
                </a:cubicBezTo>
                <a:cubicBezTo>
                  <a:pt x="2844" y="34132"/>
                  <a:pt x="2986" y="34189"/>
                  <a:pt x="3129" y="34189"/>
                </a:cubicBezTo>
                <a:cubicBezTo>
                  <a:pt x="3242" y="34189"/>
                  <a:pt x="3384" y="34132"/>
                  <a:pt x="3498" y="34018"/>
                </a:cubicBezTo>
                <a:cubicBezTo>
                  <a:pt x="3697" y="33819"/>
                  <a:pt x="3697" y="33478"/>
                  <a:pt x="3498" y="33279"/>
                </a:cubicBezTo>
                <a:cubicBezTo>
                  <a:pt x="3399" y="33165"/>
                  <a:pt x="3264" y="33108"/>
                  <a:pt x="3125" y="33108"/>
                </a:cubicBezTo>
                <a:close/>
                <a:moveTo>
                  <a:pt x="569" y="35660"/>
                </a:moveTo>
                <a:cubicBezTo>
                  <a:pt x="434" y="35660"/>
                  <a:pt x="299" y="35710"/>
                  <a:pt x="200" y="35810"/>
                </a:cubicBezTo>
                <a:cubicBezTo>
                  <a:pt x="1" y="36037"/>
                  <a:pt x="1" y="36379"/>
                  <a:pt x="200" y="36578"/>
                </a:cubicBezTo>
                <a:cubicBezTo>
                  <a:pt x="313" y="36691"/>
                  <a:pt x="427" y="36720"/>
                  <a:pt x="569" y="36720"/>
                </a:cubicBezTo>
                <a:cubicBezTo>
                  <a:pt x="711" y="36720"/>
                  <a:pt x="854" y="36691"/>
                  <a:pt x="939" y="36578"/>
                </a:cubicBezTo>
                <a:cubicBezTo>
                  <a:pt x="1166" y="36379"/>
                  <a:pt x="1166" y="36037"/>
                  <a:pt x="939" y="35810"/>
                </a:cubicBezTo>
                <a:cubicBezTo>
                  <a:pt x="839" y="35710"/>
                  <a:pt x="704" y="35660"/>
                  <a:pt x="569" y="3566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3"/>
          <p:cNvSpPr/>
          <p:nvPr/>
        </p:nvSpPr>
        <p:spPr>
          <a:xfrm rot="-8100000" flipH="1">
            <a:off x="2902766" y="1826332"/>
            <a:ext cx="1013421" cy="970713"/>
          </a:xfrm>
          <a:custGeom>
            <a:avLst/>
            <a:gdLst/>
            <a:ahLst/>
            <a:cxnLst/>
            <a:rect l="l" t="t" r="r" b="b"/>
            <a:pathLst>
              <a:path w="36826" h="36720" extrusionOk="0">
                <a:moveTo>
                  <a:pt x="36232" y="1"/>
                </a:moveTo>
                <a:cubicBezTo>
                  <a:pt x="36094" y="1"/>
                  <a:pt x="35959" y="51"/>
                  <a:pt x="35859" y="150"/>
                </a:cubicBezTo>
                <a:cubicBezTo>
                  <a:pt x="35660" y="378"/>
                  <a:pt x="35660" y="690"/>
                  <a:pt x="35859" y="918"/>
                </a:cubicBezTo>
                <a:cubicBezTo>
                  <a:pt x="35973" y="1003"/>
                  <a:pt x="36115" y="1060"/>
                  <a:pt x="36229" y="1060"/>
                </a:cubicBezTo>
                <a:cubicBezTo>
                  <a:pt x="36371" y="1060"/>
                  <a:pt x="36513" y="1003"/>
                  <a:pt x="36627" y="918"/>
                </a:cubicBezTo>
                <a:cubicBezTo>
                  <a:pt x="36826" y="690"/>
                  <a:pt x="36826" y="378"/>
                  <a:pt x="36627" y="150"/>
                </a:cubicBezTo>
                <a:cubicBezTo>
                  <a:pt x="36513" y="51"/>
                  <a:pt x="36371" y="1"/>
                  <a:pt x="36232" y="1"/>
                </a:cubicBezTo>
                <a:close/>
                <a:moveTo>
                  <a:pt x="33694" y="2560"/>
                </a:moveTo>
                <a:cubicBezTo>
                  <a:pt x="33556" y="2560"/>
                  <a:pt x="33414" y="2610"/>
                  <a:pt x="33300" y="2709"/>
                </a:cubicBezTo>
                <a:cubicBezTo>
                  <a:pt x="33101" y="2909"/>
                  <a:pt x="33101" y="3250"/>
                  <a:pt x="33300" y="3449"/>
                </a:cubicBezTo>
                <a:cubicBezTo>
                  <a:pt x="33414" y="3563"/>
                  <a:pt x="33556" y="3619"/>
                  <a:pt x="33698" y="3619"/>
                </a:cubicBezTo>
                <a:cubicBezTo>
                  <a:pt x="33840" y="3619"/>
                  <a:pt x="33954" y="3563"/>
                  <a:pt x="34068" y="3449"/>
                </a:cubicBezTo>
                <a:cubicBezTo>
                  <a:pt x="34267" y="3250"/>
                  <a:pt x="34267" y="2909"/>
                  <a:pt x="34068" y="2709"/>
                </a:cubicBezTo>
                <a:cubicBezTo>
                  <a:pt x="33968" y="2610"/>
                  <a:pt x="33833" y="2560"/>
                  <a:pt x="33694" y="2560"/>
                </a:cubicBezTo>
                <a:close/>
                <a:moveTo>
                  <a:pt x="31139" y="5091"/>
                </a:moveTo>
                <a:cubicBezTo>
                  <a:pt x="31004" y="5091"/>
                  <a:pt x="30869" y="5141"/>
                  <a:pt x="30769" y="5240"/>
                </a:cubicBezTo>
                <a:cubicBezTo>
                  <a:pt x="30570" y="5468"/>
                  <a:pt x="30570" y="5809"/>
                  <a:pt x="30769" y="6008"/>
                </a:cubicBezTo>
                <a:cubicBezTo>
                  <a:pt x="30883" y="6122"/>
                  <a:pt x="30996" y="6150"/>
                  <a:pt x="31139" y="6150"/>
                </a:cubicBezTo>
                <a:cubicBezTo>
                  <a:pt x="31281" y="6150"/>
                  <a:pt x="31423" y="6122"/>
                  <a:pt x="31508" y="6008"/>
                </a:cubicBezTo>
                <a:cubicBezTo>
                  <a:pt x="31736" y="5809"/>
                  <a:pt x="31736" y="5468"/>
                  <a:pt x="31508" y="5240"/>
                </a:cubicBezTo>
                <a:cubicBezTo>
                  <a:pt x="31409" y="5141"/>
                  <a:pt x="31274" y="5091"/>
                  <a:pt x="31139" y="5091"/>
                </a:cubicBezTo>
                <a:close/>
                <a:moveTo>
                  <a:pt x="28594" y="7650"/>
                </a:moveTo>
                <a:cubicBezTo>
                  <a:pt x="28458" y="7650"/>
                  <a:pt x="28323" y="7700"/>
                  <a:pt x="28210" y="7800"/>
                </a:cubicBezTo>
                <a:cubicBezTo>
                  <a:pt x="28011" y="7999"/>
                  <a:pt x="28011" y="8340"/>
                  <a:pt x="28210" y="8567"/>
                </a:cubicBezTo>
                <a:cubicBezTo>
                  <a:pt x="28323" y="8653"/>
                  <a:pt x="28466" y="8710"/>
                  <a:pt x="28608" y="8710"/>
                </a:cubicBezTo>
                <a:cubicBezTo>
                  <a:pt x="28722" y="8710"/>
                  <a:pt x="28864" y="8653"/>
                  <a:pt x="28977" y="8567"/>
                </a:cubicBezTo>
                <a:cubicBezTo>
                  <a:pt x="29177" y="8340"/>
                  <a:pt x="29177" y="7999"/>
                  <a:pt x="28977" y="7800"/>
                </a:cubicBezTo>
                <a:cubicBezTo>
                  <a:pt x="28864" y="7700"/>
                  <a:pt x="28729" y="7650"/>
                  <a:pt x="28594" y="7650"/>
                </a:cubicBezTo>
                <a:close/>
                <a:moveTo>
                  <a:pt x="26048" y="10188"/>
                </a:moveTo>
                <a:cubicBezTo>
                  <a:pt x="25913" y="10188"/>
                  <a:pt x="25778" y="10245"/>
                  <a:pt x="25679" y="10359"/>
                </a:cubicBezTo>
                <a:cubicBezTo>
                  <a:pt x="25451" y="10558"/>
                  <a:pt x="25451" y="10899"/>
                  <a:pt x="25679" y="11098"/>
                </a:cubicBezTo>
                <a:cubicBezTo>
                  <a:pt x="25764" y="11212"/>
                  <a:pt x="25906" y="11269"/>
                  <a:pt x="26048" y="11269"/>
                </a:cubicBezTo>
                <a:cubicBezTo>
                  <a:pt x="26191" y="11269"/>
                  <a:pt x="26333" y="11212"/>
                  <a:pt x="26418" y="11098"/>
                </a:cubicBezTo>
                <a:cubicBezTo>
                  <a:pt x="26646" y="10899"/>
                  <a:pt x="26646" y="10558"/>
                  <a:pt x="26418" y="10359"/>
                </a:cubicBezTo>
                <a:cubicBezTo>
                  <a:pt x="26319" y="10245"/>
                  <a:pt x="26184" y="10188"/>
                  <a:pt x="26048" y="10188"/>
                </a:cubicBezTo>
                <a:close/>
                <a:moveTo>
                  <a:pt x="23493" y="12741"/>
                </a:moveTo>
                <a:cubicBezTo>
                  <a:pt x="23354" y="12741"/>
                  <a:pt x="23219" y="12790"/>
                  <a:pt x="23120" y="12890"/>
                </a:cubicBezTo>
                <a:cubicBezTo>
                  <a:pt x="22920" y="13089"/>
                  <a:pt x="22920" y="13430"/>
                  <a:pt x="23120" y="13658"/>
                </a:cubicBezTo>
                <a:cubicBezTo>
                  <a:pt x="23233" y="13743"/>
                  <a:pt x="23375" y="13800"/>
                  <a:pt x="23489" y="13800"/>
                </a:cubicBezTo>
                <a:cubicBezTo>
                  <a:pt x="23631" y="13800"/>
                  <a:pt x="23774" y="13743"/>
                  <a:pt x="23887" y="13658"/>
                </a:cubicBezTo>
                <a:cubicBezTo>
                  <a:pt x="24086" y="13430"/>
                  <a:pt x="24086" y="13089"/>
                  <a:pt x="23887" y="12890"/>
                </a:cubicBezTo>
                <a:cubicBezTo>
                  <a:pt x="23774" y="12790"/>
                  <a:pt x="23631" y="12741"/>
                  <a:pt x="23493" y="12741"/>
                </a:cubicBezTo>
                <a:close/>
                <a:moveTo>
                  <a:pt x="20958" y="15278"/>
                </a:moveTo>
                <a:cubicBezTo>
                  <a:pt x="20823" y="15278"/>
                  <a:pt x="20688" y="15335"/>
                  <a:pt x="20589" y="15449"/>
                </a:cubicBezTo>
                <a:cubicBezTo>
                  <a:pt x="20361" y="15648"/>
                  <a:pt x="20361" y="15989"/>
                  <a:pt x="20589" y="16188"/>
                </a:cubicBezTo>
                <a:cubicBezTo>
                  <a:pt x="20674" y="16302"/>
                  <a:pt x="20816" y="16359"/>
                  <a:pt x="20958" y="16359"/>
                </a:cubicBezTo>
                <a:cubicBezTo>
                  <a:pt x="21101" y="16359"/>
                  <a:pt x="21214" y="16302"/>
                  <a:pt x="21328" y="16188"/>
                </a:cubicBezTo>
                <a:cubicBezTo>
                  <a:pt x="21527" y="15989"/>
                  <a:pt x="21527" y="15648"/>
                  <a:pt x="21328" y="15449"/>
                </a:cubicBezTo>
                <a:cubicBezTo>
                  <a:pt x="21228" y="15335"/>
                  <a:pt x="21093" y="15278"/>
                  <a:pt x="20958" y="15278"/>
                </a:cubicBezTo>
                <a:close/>
                <a:moveTo>
                  <a:pt x="18399" y="17831"/>
                </a:moveTo>
                <a:cubicBezTo>
                  <a:pt x="18264" y="17831"/>
                  <a:pt x="18129" y="17880"/>
                  <a:pt x="18029" y="17980"/>
                </a:cubicBezTo>
                <a:cubicBezTo>
                  <a:pt x="17830" y="18207"/>
                  <a:pt x="17830" y="18549"/>
                  <a:pt x="18029" y="18748"/>
                </a:cubicBezTo>
                <a:cubicBezTo>
                  <a:pt x="18143" y="18833"/>
                  <a:pt x="18257" y="18890"/>
                  <a:pt x="18399" y="18890"/>
                </a:cubicBezTo>
                <a:cubicBezTo>
                  <a:pt x="18541" y="18890"/>
                  <a:pt x="18683" y="18833"/>
                  <a:pt x="18769" y="18748"/>
                </a:cubicBezTo>
                <a:cubicBezTo>
                  <a:pt x="18996" y="18549"/>
                  <a:pt x="18996" y="18207"/>
                  <a:pt x="18769" y="17980"/>
                </a:cubicBezTo>
                <a:cubicBezTo>
                  <a:pt x="18669" y="17880"/>
                  <a:pt x="18534" y="17831"/>
                  <a:pt x="18399" y="17831"/>
                </a:cubicBezTo>
                <a:close/>
                <a:moveTo>
                  <a:pt x="15865" y="20390"/>
                </a:moveTo>
                <a:cubicBezTo>
                  <a:pt x="15726" y="20390"/>
                  <a:pt x="15584" y="20440"/>
                  <a:pt x="15470" y="20539"/>
                </a:cubicBezTo>
                <a:cubicBezTo>
                  <a:pt x="15271" y="20738"/>
                  <a:pt x="15271" y="21080"/>
                  <a:pt x="15470" y="21279"/>
                </a:cubicBezTo>
                <a:cubicBezTo>
                  <a:pt x="15584" y="21392"/>
                  <a:pt x="15726" y="21449"/>
                  <a:pt x="15868" y="21449"/>
                </a:cubicBezTo>
                <a:cubicBezTo>
                  <a:pt x="15982" y="21449"/>
                  <a:pt x="16124" y="21392"/>
                  <a:pt x="16238" y="21279"/>
                </a:cubicBezTo>
                <a:cubicBezTo>
                  <a:pt x="16437" y="21080"/>
                  <a:pt x="16437" y="20738"/>
                  <a:pt x="16238" y="20539"/>
                </a:cubicBezTo>
                <a:cubicBezTo>
                  <a:pt x="16138" y="20440"/>
                  <a:pt x="16003" y="20390"/>
                  <a:pt x="15865" y="20390"/>
                </a:cubicBezTo>
                <a:close/>
                <a:moveTo>
                  <a:pt x="13309" y="22921"/>
                </a:moveTo>
                <a:cubicBezTo>
                  <a:pt x="13174" y="22921"/>
                  <a:pt x="13039" y="22971"/>
                  <a:pt x="12939" y="23070"/>
                </a:cubicBezTo>
                <a:cubicBezTo>
                  <a:pt x="12712" y="23298"/>
                  <a:pt x="12712" y="23639"/>
                  <a:pt x="12939" y="23838"/>
                </a:cubicBezTo>
                <a:cubicBezTo>
                  <a:pt x="13025" y="23952"/>
                  <a:pt x="13167" y="23980"/>
                  <a:pt x="13309" y="23980"/>
                </a:cubicBezTo>
                <a:cubicBezTo>
                  <a:pt x="13451" y="23980"/>
                  <a:pt x="13593" y="23952"/>
                  <a:pt x="13679" y="23838"/>
                </a:cubicBezTo>
                <a:cubicBezTo>
                  <a:pt x="13906" y="23639"/>
                  <a:pt x="13906" y="23298"/>
                  <a:pt x="13679" y="23070"/>
                </a:cubicBezTo>
                <a:cubicBezTo>
                  <a:pt x="13579" y="22971"/>
                  <a:pt x="13444" y="22921"/>
                  <a:pt x="13309" y="22921"/>
                </a:cubicBezTo>
                <a:close/>
                <a:moveTo>
                  <a:pt x="10764" y="25480"/>
                </a:moveTo>
                <a:cubicBezTo>
                  <a:pt x="10629" y="25480"/>
                  <a:pt x="10494" y="25530"/>
                  <a:pt x="10380" y="25629"/>
                </a:cubicBezTo>
                <a:cubicBezTo>
                  <a:pt x="10181" y="25829"/>
                  <a:pt x="10181" y="26170"/>
                  <a:pt x="10380" y="26397"/>
                </a:cubicBezTo>
                <a:cubicBezTo>
                  <a:pt x="10494" y="26483"/>
                  <a:pt x="10636" y="26539"/>
                  <a:pt x="10778" y="26539"/>
                </a:cubicBezTo>
                <a:cubicBezTo>
                  <a:pt x="10892" y="26539"/>
                  <a:pt x="11034" y="26483"/>
                  <a:pt x="11148" y="26397"/>
                </a:cubicBezTo>
                <a:cubicBezTo>
                  <a:pt x="11347" y="26170"/>
                  <a:pt x="11347" y="25829"/>
                  <a:pt x="11148" y="25629"/>
                </a:cubicBezTo>
                <a:cubicBezTo>
                  <a:pt x="11034" y="25530"/>
                  <a:pt x="10899" y="25480"/>
                  <a:pt x="10764" y="25480"/>
                </a:cubicBezTo>
                <a:close/>
                <a:moveTo>
                  <a:pt x="8219" y="28018"/>
                </a:moveTo>
                <a:cubicBezTo>
                  <a:pt x="8084" y="28018"/>
                  <a:pt x="7949" y="28075"/>
                  <a:pt x="7849" y="28189"/>
                </a:cubicBezTo>
                <a:cubicBezTo>
                  <a:pt x="7622" y="28388"/>
                  <a:pt x="7622" y="28729"/>
                  <a:pt x="7849" y="28928"/>
                </a:cubicBezTo>
                <a:cubicBezTo>
                  <a:pt x="7934" y="29042"/>
                  <a:pt x="8077" y="29099"/>
                  <a:pt x="8219" y="29099"/>
                </a:cubicBezTo>
                <a:cubicBezTo>
                  <a:pt x="8361" y="29099"/>
                  <a:pt x="8475" y="29042"/>
                  <a:pt x="8588" y="28928"/>
                </a:cubicBezTo>
                <a:cubicBezTo>
                  <a:pt x="8787" y="28729"/>
                  <a:pt x="8787" y="28388"/>
                  <a:pt x="8588" y="28189"/>
                </a:cubicBezTo>
                <a:cubicBezTo>
                  <a:pt x="8489" y="28075"/>
                  <a:pt x="8354" y="28018"/>
                  <a:pt x="8219" y="28018"/>
                </a:cubicBezTo>
                <a:close/>
                <a:moveTo>
                  <a:pt x="5663" y="30570"/>
                </a:moveTo>
                <a:cubicBezTo>
                  <a:pt x="5524" y="30570"/>
                  <a:pt x="5389" y="30620"/>
                  <a:pt x="5290" y="30720"/>
                </a:cubicBezTo>
                <a:cubicBezTo>
                  <a:pt x="5091" y="30947"/>
                  <a:pt x="5091" y="31260"/>
                  <a:pt x="5290" y="31487"/>
                </a:cubicBezTo>
                <a:cubicBezTo>
                  <a:pt x="5403" y="31573"/>
                  <a:pt x="5546" y="31630"/>
                  <a:pt x="5659" y="31630"/>
                </a:cubicBezTo>
                <a:cubicBezTo>
                  <a:pt x="5802" y="31630"/>
                  <a:pt x="5944" y="31573"/>
                  <a:pt x="6058" y="31487"/>
                </a:cubicBezTo>
                <a:cubicBezTo>
                  <a:pt x="6257" y="31260"/>
                  <a:pt x="6257" y="30947"/>
                  <a:pt x="6058" y="30720"/>
                </a:cubicBezTo>
                <a:cubicBezTo>
                  <a:pt x="5944" y="30620"/>
                  <a:pt x="5802" y="30570"/>
                  <a:pt x="5663" y="30570"/>
                </a:cubicBezTo>
                <a:close/>
                <a:moveTo>
                  <a:pt x="3125" y="33108"/>
                </a:moveTo>
                <a:cubicBezTo>
                  <a:pt x="2986" y="33108"/>
                  <a:pt x="2844" y="33165"/>
                  <a:pt x="2730" y="33279"/>
                </a:cubicBezTo>
                <a:cubicBezTo>
                  <a:pt x="2531" y="33478"/>
                  <a:pt x="2531" y="33819"/>
                  <a:pt x="2730" y="34018"/>
                </a:cubicBezTo>
                <a:cubicBezTo>
                  <a:pt x="2844" y="34132"/>
                  <a:pt x="2986" y="34189"/>
                  <a:pt x="3129" y="34189"/>
                </a:cubicBezTo>
                <a:cubicBezTo>
                  <a:pt x="3242" y="34189"/>
                  <a:pt x="3384" y="34132"/>
                  <a:pt x="3498" y="34018"/>
                </a:cubicBezTo>
                <a:cubicBezTo>
                  <a:pt x="3697" y="33819"/>
                  <a:pt x="3697" y="33478"/>
                  <a:pt x="3498" y="33279"/>
                </a:cubicBezTo>
                <a:cubicBezTo>
                  <a:pt x="3399" y="33165"/>
                  <a:pt x="3264" y="33108"/>
                  <a:pt x="3125" y="33108"/>
                </a:cubicBezTo>
                <a:close/>
                <a:moveTo>
                  <a:pt x="569" y="35660"/>
                </a:moveTo>
                <a:cubicBezTo>
                  <a:pt x="434" y="35660"/>
                  <a:pt x="299" y="35710"/>
                  <a:pt x="200" y="35810"/>
                </a:cubicBezTo>
                <a:cubicBezTo>
                  <a:pt x="1" y="36037"/>
                  <a:pt x="1" y="36379"/>
                  <a:pt x="200" y="36578"/>
                </a:cubicBezTo>
                <a:cubicBezTo>
                  <a:pt x="313" y="36691"/>
                  <a:pt x="427" y="36720"/>
                  <a:pt x="569" y="36720"/>
                </a:cubicBezTo>
                <a:cubicBezTo>
                  <a:pt x="711" y="36720"/>
                  <a:pt x="854" y="36691"/>
                  <a:pt x="939" y="36578"/>
                </a:cubicBezTo>
                <a:cubicBezTo>
                  <a:pt x="1166" y="36379"/>
                  <a:pt x="1166" y="36037"/>
                  <a:pt x="939" y="35810"/>
                </a:cubicBezTo>
                <a:cubicBezTo>
                  <a:pt x="839" y="35710"/>
                  <a:pt x="704" y="35660"/>
                  <a:pt x="569" y="3566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3"/>
          <p:cNvSpPr txBox="1">
            <a:spLocks noGrp="1"/>
          </p:cNvSpPr>
          <p:nvPr>
            <p:ph type="title"/>
          </p:nvPr>
        </p:nvSpPr>
        <p:spPr>
          <a:xfrm>
            <a:off x="900101" y="1341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Swot analysis</a:t>
            </a:r>
            <a:endParaRPr dirty="0"/>
          </a:p>
        </p:txBody>
      </p:sp>
      <p:sp>
        <p:nvSpPr>
          <p:cNvPr id="566" name="Google Shape;566;p43"/>
          <p:cNvSpPr txBox="1">
            <a:spLocks noGrp="1"/>
          </p:cNvSpPr>
          <p:nvPr>
            <p:ph type="subTitle" idx="1"/>
          </p:nvPr>
        </p:nvSpPr>
        <p:spPr>
          <a:xfrm>
            <a:off x="584657" y="1251951"/>
            <a:ext cx="2625455" cy="18861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All-in-one service model.· Affordable and transparent pricing..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Expertise in UI/UX and other creative services..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Strong focus on customer satisfaction and support.</a:t>
            </a:r>
            <a:endParaRPr dirty="0"/>
          </a:p>
        </p:txBody>
      </p:sp>
      <p:sp>
        <p:nvSpPr>
          <p:cNvPr id="567" name="Google Shape;567;p43"/>
          <p:cNvSpPr txBox="1">
            <a:spLocks noGrp="1"/>
          </p:cNvSpPr>
          <p:nvPr>
            <p:ph type="subTitle" idx="2"/>
          </p:nvPr>
        </p:nvSpPr>
        <p:spPr>
          <a:xfrm>
            <a:off x="6004109" y="1082177"/>
            <a:ext cx="2772914" cy="14103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Limited brand recognition in a crowded market..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Initial reliance on a small team of generalists..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Potential for burnout if not managed properly.</a:t>
            </a:r>
            <a:endParaRPr dirty="0"/>
          </a:p>
        </p:txBody>
      </p:sp>
      <p:sp>
        <p:nvSpPr>
          <p:cNvPr id="568" name="Google Shape;568;p43"/>
          <p:cNvSpPr txBox="1">
            <a:spLocks noGrp="1"/>
          </p:cNvSpPr>
          <p:nvPr>
            <p:ph type="subTitle" idx="3"/>
          </p:nvPr>
        </p:nvSpPr>
        <p:spPr>
          <a:xfrm>
            <a:off x="403907" y="3356270"/>
            <a:ext cx="3384189" cy="1552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Explosive growth in the SME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and freelancer market..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Demand for affordable, comprehensive digital services..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Expansion of services into app development and digital marketing</a:t>
            </a:r>
            <a:r>
              <a:rPr lang="en-US" sz="1600" dirty="0"/>
              <a:t>.</a:t>
            </a:r>
            <a:endParaRPr sz="1600" dirty="0"/>
          </a:p>
        </p:txBody>
      </p:sp>
      <p:sp>
        <p:nvSpPr>
          <p:cNvPr id="569" name="Google Shape;569;p43"/>
          <p:cNvSpPr txBox="1">
            <a:spLocks noGrp="1"/>
          </p:cNvSpPr>
          <p:nvPr>
            <p:ph type="subTitle" idx="4"/>
          </p:nvPr>
        </p:nvSpPr>
        <p:spPr>
          <a:xfrm>
            <a:off x="5906455" y="3121244"/>
            <a:ext cx="2723335" cy="17804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New, well-funded competitors entering the market..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Rapidly changing technology requiring constant skill updates..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Economic downturn affecting small business spending.</a:t>
            </a:r>
            <a:endParaRPr dirty="0"/>
          </a:p>
        </p:txBody>
      </p:sp>
      <p:sp>
        <p:nvSpPr>
          <p:cNvPr id="570" name="Google Shape;570;p43"/>
          <p:cNvSpPr txBox="1">
            <a:spLocks noGrp="1"/>
          </p:cNvSpPr>
          <p:nvPr>
            <p:ph type="subTitle" idx="5"/>
          </p:nvPr>
        </p:nvSpPr>
        <p:spPr>
          <a:xfrm>
            <a:off x="771768" y="891702"/>
            <a:ext cx="2161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Strengths</a:t>
            </a:r>
            <a:endParaRPr dirty="0"/>
          </a:p>
        </p:txBody>
      </p:sp>
      <p:sp>
        <p:nvSpPr>
          <p:cNvPr id="571" name="Google Shape;571;p43"/>
          <p:cNvSpPr txBox="1">
            <a:spLocks noGrp="1"/>
          </p:cNvSpPr>
          <p:nvPr>
            <p:ph type="subTitle" idx="6"/>
          </p:nvPr>
        </p:nvSpPr>
        <p:spPr>
          <a:xfrm>
            <a:off x="898727" y="3116211"/>
            <a:ext cx="2161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Opportunities</a:t>
            </a:r>
            <a:endParaRPr dirty="0"/>
          </a:p>
        </p:txBody>
      </p:sp>
      <p:sp>
        <p:nvSpPr>
          <p:cNvPr id="572" name="Google Shape;572;p43"/>
          <p:cNvSpPr txBox="1">
            <a:spLocks noGrp="1"/>
          </p:cNvSpPr>
          <p:nvPr>
            <p:ph type="subTitle" idx="7"/>
          </p:nvPr>
        </p:nvSpPr>
        <p:spPr>
          <a:xfrm>
            <a:off x="5954432" y="865002"/>
            <a:ext cx="2157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Weakness</a:t>
            </a:r>
            <a:endParaRPr dirty="0"/>
          </a:p>
        </p:txBody>
      </p:sp>
      <p:sp>
        <p:nvSpPr>
          <p:cNvPr id="573" name="Google Shape;573;p43"/>
          <p:cNvSpPr txBox="1">
            <a:spLocks noGrp="1"/>
          </p:cNvSpPr>
          <p:nvPr>
            <p:ph type="subTitle" idx="8"/>
          </p:nvPr>
        </p:nvSpPr>
        <p:spPr>
          <a:xfrm>
            <a:off x="5973378" y="2898611"/>
            <a:ext cx="2214583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Threats</a:t>
            </a:r>
            <a:endParaRPr dirty="0"/>
          </a:p>
        </p:txBody>
      </p:sp>
      <p:grpSp>
        <p:nvGrpSpPr>
          <p:cNvPr id="585" name="Google Shape;585;p43"/>
          <p:cNvGrpSpPr/>
          <p:nvPr/>
        </p:nvGrpSpPr>
        <p:grpSpPr>
          <a:xfrm>
            <a:off x="5240671" y="881872"/>
            <a:ext cx="707400" cy="707400"/>
            <a:chOff x="5392250" y="1863534"/>
            <a:chExt cx="707400" cy="707400"/>
          </a:xfrm>
        </p:grpSpPr>
        <p:sp>
          <p:nvSpPr>
            <p:cNvPr id="586" name="Google Shape;586;p43"/>
            <p:cNvSpPr/>
            <p:nvPr/>
          </p:nvSpPr>
          <p:spPr>
            <a:xfrm rot="5400000">
              <a:off x="5392250" y="1863534"/>
              <a:ext cx="707400" cy="707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43"/>
            <p:cNvGrpSpPr/>
            <p:nvPr/>
          </p:nvGrpSpPr>
          <p:grpSpPr>
            <a:xfrm>
              <a:off x="5527725" y="2036525"/>
              <a:ext cx="401850" cy="401850"/>
              <a:chOff x="4270875" y="2075425"/>
              <a:chExt cx="401850" cy="401850"/>
            </a:xfrm>
          </p:grpSpPr>
          <p:sp>
            <p:nvSpPr>
              <p:cNvPr id="588" name="Google Shape;588;p43"/>
              <p:cNvSpPr/>
              <p:nvPr/>
            </p:nvSpPr>
            <p:spPr>
              <a:xfrm>
                <a:off x="4472525" y="2370000"/>
                <a:ext cx="33150" cy="61900"/>
              </a:xfrm>
              <a:custGeom>
                <a:avLst/>
                <a:gdLst/>
                <a:ahLst/>
                <a:cxnLst/>
                <a:rect l="l" t="t" r="r" b="b"/>
                <a:pathLst>
                  <a:path w="1326" h="2476" extrusionOk="0">
                    <a:moveTo>
                      <a:pt x="662" y="0"/>
                    </a:moveTo>
                    <a:cubicBezTo>
                      <a:pt x="587" y="0"/>
                      <a:pt x="509" y="46"/>
                      <a:pt x="461" y="142"/>
                    </a:cubicBezTo>
                    <a:lnTo>
                      <a:pt x="403" y="200"/>
                    </a:lnTo>
                    <a:lnTo>
                      <a:pt x="403" y="258"/>
                    </a:lnTo>
                    <a:cubicBezTo>
                      <a:pt x="230" y="315"/>
                      <a:pt x="115" y="488"/>
                      <a:pt x="58" y="661"/>
                    </a:cubicBezTo>
                    <a:cubicBezTo>
                      <a:pt x="58" y="891"/>
                      <a:pt x="115" y="1064"/>
                      <a:pt x="230" y="1179"/>
                    </a:cubicBezTo>
                    <a:cubicBezTo>
                      <a:pt x="403" y="1295"/>
                      <a:pt x="576" y="1352"/>
                      <a:pt x="749" y="1410"/>
                    </a:cubicBezTo>
                    <a:cubicBezTo>
                      <a:pt x="749" y="1410"/>
                      <a:pt x="864" y="1467"/>
                      <a:pt x="807" y="1583"/>
                    </a:cubicBezTo>
                    <a:cubicBezTo>
                      <a:pt x="807" y="1640"/>
                      <a:pt x="749" y="1698"/>
                      <a:pt x="634" y="1698"/>
                    </a:cubicBezTo>
                    <a:cubicBezTo>
                      <a:pt x="519" y="1698"/>
                      <a:pt x="461" y="1698"/>
                      <a:pt x="403" y="1640"/>
                    </a:cubicBezTo>
                    <a:cubicBezTo>
                      <a:pt x="356" y="1616"/>
                      <a:pt x="308" y="1602"/>
                      <a:pt x="260" y="1602"/>
                    </a:cubicBezTo>
                    <a:cubicBezTo>
                      <a:pt x="193" y="1602"/>
                      <a:pt x="125" y="1630"/>
                      <a:pt x="58" y="1698"/>
                    </a:cubicBezTo>
                    <a:cubicBezTo>
                      <a:pt x="0" y="1813"/>
                      <a:pt x="0" y="1986"/>
                      <a:pt x="115" y="2044"/>
                    </a:cubicBezTo>
                    <a:cubicBezTo>
                      <a:pt x="230" y="2101"/>
                      <a:pt x="346" y="2159"/>
                      <a:pt x="403" y="2159"/>
                    </a:cubicBezTo>
                    <a:lnTo>
                      <a:pt x="403" y="2216"/>
                    </a:lnTo>
                    <a:cubicBezTo>
                      <a:pt x="403" y="2389"/>
                      <a:pt x="519" y="2476"/>
                      <a:pt x="634" y="2476"/>
                    </a:cubicBezTo>
                    <a:cubicBezTo>
                      <a:pt x="749" y="2476"/>
                      <a:pt x="864" y="2389"/>
                      <a:pt x="864" y="2216"/>
                    </a:cubicBezTo>
                    <a:lnTo>
                      <a:pt x="864" y="2159"/>
                    </a:lnTo>
                    <a:cubicBezTo>
                      <a:pt x="1095" y="2044"/>
                      <a:pt x="1267" y="1871"/>
                      <a:pt x="1267" y="1640"/>
                    </a:cubicBezTo>
                    <a:cubicBezTo>
                      <a:pt x="1325" y="1352"/>
                      <a:pt x="1210" y="1064"/>
                      <a:pt x="922" y="1007"/>
                    </a:cubicBezTo>
                    <a:cubicBezTo>
                      <a:pt x="749" y="949"/>
                      <a:pt x="634" y="891"/>
                      <a:pt x="519" y="834"/>
                    </a:cubicBezTo>
                    <a:cubicBezTo>
                      <a:pt x="519" y="776"/>
                      <a:pt x="519" y="718"/>
                      <a:pt x="576" y="718"/>
                    </a:cubicBezTo>
                    <a:cubicBezTo>
                      <a:pt x="615" y="699"/>
                      <a:pt x="653" y="693"/>
                      <a:pt x="687" y="693"/>
                    </a:cubicBezTo>
                    <a:cubicBezTo>
                      <a:pt x="755" y="693"/>
                      <a:pt x="807" y="718"/>
                      <a:pt x="807" y="718"/>
                    </a:cubicBezTo>
                    <a:cubicBezTo>
                      <a:pt x="856" y="755"/>
                      <a:pt x="905" y="771"/>
                      <a:pt x="950" y="771"/>
                    </a:cubicBezTo>
                    <a:cubicBezTo>
                      <a:pt x="1117" y="771"/>
                      <a:pt x="1231" y="554"/>
                      <a:pt x="1095" y="373"/>
                    </a:cubicBezTo>
                    <a:cubicBezTo>
                      <a:pt x="1095" y="315"/>
                      <a:pt x="979" y="258"/>
                      <a:pt x="864" y="258"/>
                    </a:cubicBezTo>
                    <a:cubicBezTo>
                      <a:pt x="864" y="90"/>
                      <a:pt x="766" y="0"/>
                      <a:pt x="6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43"/>
              <p:cNvSpPr/>
              <p:nvPr/>
            </p:nvSpPr>
            <p:spPr>
              <a:xfrm>
                <a:off x="4605025" y="2209725"/>
                <a:ext cx="33150" cy="62675"/>
              </a:xfrm>
              <a:custGeom>
                <a:avLst/>
                <a:gdLst/>
                <a:ahLst/>
                <a:cxnLst/>
                <a:rect l="l" t="t" r="r" b="b"/>
                <a:pathLst>
                  <a:path w="1326" h="2507" extrusionOk="0">
                    <a:moveTo>
                      <a:pt x="663" y="0"/>
                    </a:moveTo>
                    <a:cubicBezTo>
                      <a:pt x="533" y="0"/>
                      <a:pt x="403" y="72"/>
                      <a:pt x="403" y="216"/>
                    </a:cubicBezTo>
                    <a:lnTo>
                      <a:pt x="403" y="274"/>
                    </a:lnTo>
                    <a:cubicBezTo>
                      <a:pt x="231" y="389"/>
                      <a:pt x="115" y="504"/>
                      <a:pt x="58" y="735"/>
                    </a:cubicBezTo>
                    <a:cubicBezTo>
                      <a:pt x="58" y="908"/>
                      <a:pt x="115" y="1138"/>
                      <a:pt x="231" y="1196"/>
                    </a:cubicBezTo>
                    <a:cubicBezTo>
                      <a:pt x="403" y="1311"/>
                      <a:pt x="576" y="1368"/>
                      <a:pt x="749" y="1484"/>
                    </a:cubicBezTo>
                    <a:cubicBezTo>
                      <a:pt x="749" y="1484"/>
                      <a:pt x="864" y="1484"/>
                      <a:pt x="864" y="1599"/>
                    </a:cubicBezTo>
                    <a:cubicBezTo>
                      <a:pt x="807" y="1656"/>
                      <a:pt x="807" y="1772"/>
                      <a:pt x="634" y="1772"/>
                    </a:cubicBezTo>
                    <a:cubicBezTo>
                      <a:pt x="519" y="1772"/>
                      <a:pt x="519" y="1772"/>
                      <a:pt x="403" y="1714"/>
                    </a:cubicBezTo>
                    <a:cubicBezTo>
                      <a:pt x="355" y="1665"/>
                      <a:pt x="306" y="1648"/>
                      <a:pt x="257" y="1648"/>
                    </a:cubicBezTo>
                    <a:cubicBezTo>
                      <a:pt x="191" y="1648"/>
                      <a:pt x="124" y="1681"/>
                      <a:pt x="58" y="1714"/>
                    </a:cubicBezTo>
                    <a:cubicBezTo>
                      <a:pt x="0" y="1829"/>
                      <a:pt x="0" y="2002"/>
                      <a:pt x="115" y="2117"/>
                    </a:cubicBezTo>
                    <a:cubicBezTo>
                      <a:pt x="231" y="2175"/>
                      <a:pt x="346" y="2175"/>
                      <a:pt x="403" y="2233"/>
                    </a:cubicBezTo>
                    <a:lnTo>
                      <a:pt x="403" y="2290"/>
                    </a:lnTo>
                    <a:cubicBezTo>
                      <a:pt x="403" y="2434"/>
                      <a:pt x="519" y="2506"/>
                      <a:pt x="634" y="2506"/>
                    </a:cubicBezTo>
                    <a:cubicBezTo>
                      <a:pt x="749" y="2506"/>
                      <a:pt x="864" y="2434"/>
                      <a:pt x="864" y="2290"/>
                    </a:cubicBezTo>
                    <a:lnTo>
                      <a:pt x="864" y="2175"/>
                    </a:lnTo>
                    <a:cubicBezTo>
                      <a:pt x="1095" y="2117"/>
                      <a:pt x="1268" y="1945"/>
                      <a:pt x="1325" y="1714"/>
                    </a:cubicBezTo>
                    <a:cubicBezTo>
                      <a:pt x="1325" y="1426"/>
                      <a:pt x="1210" y="1138"/>
                      <a:pt x="922" y="1023"/>
                    </a:cubicBezTo>
                    <a:cubicBezTo>
                      <a:pt x="807" y="1023"/>
                      <a:pt x="634" y="965"/>
                      <a:pt x="519" y="850"/>
                    </a:cubicBezTo>
                    <a:cubicBezTo>
                      <a:pt x="519" y="850"/>
                      <a:pt x="576" y="792"/>
                      <a:pt x="576" y="735"/>
                    </a:cubicBezTo>
                    <a:cubicBezTo>
                      <a:pt x="749" y="735"/>
                      <a:pt x="807" y="792"/>
                      <a:pt x="807" y="792"/>
                    </a:cubicBezTo>
                    <a:cubicBezTo>
                      <a:pt x="856" y="829"/>
                      <a:pt x="905" y="845"/>
                      <a:pt x="951" y="845"/>
                    </a:cubicBezTo>
                    <a:cubicBezTo>
                      <a:pt x="1120" y="845"/>
                      <a:pt x="1243" y="628"/>
                      <a:pt x="1152" y="447"/>
                    </a:cubicBezTo>
                    <a:cubicBezTo>
                      <a:pt x="1095" y="389"/>
                      <a:pt x="980" y="331"/>
                      <a:pt x="922" y="274"/>
                    </a:cubicBezTo>
                    <a:lnTo>
                      <a:pt x="922" y="216"/>
                    </a:lnTo>
                    <a:cubicBezTo>
                      <a:pt x="922" y="72"/>
                      <a:pt x="792" y="0"/>
                      <a:pt x="6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43"/>
              <p:cNvSpPr/>
              <p:nvPr/>
            </p:nvSpPr>
            <p:spPr>
              <a:xfrm>
                <a:off x="4476825" y="2096300"/>
                <a:ext cx="34600" cy="63400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2536" extrusionOk="0">
                    <a:moveTo>
                      <a:pt x="692" y="0"/>
                    </a:moveTo>
                    <a:cubicBezTo>
                      <a:pt x="577" y="0"/>
                      <a:pt x="462" y="87"/>
                      <a:pt x="462" y="260"/>
                    </a:cubicBezTo>
                    <a:lnTo>
                      <a:pt x="462" y="317"/>
                    </a:lnTo>
                    <a:cubicBezTo>
                      <a:pt x="289" y="375"/>
                      <a:pt x="174" y="548"/>
                      <a:pt x="116" y="720"/>
                    </a:cubicBezTo>
                    <a:cubicBezTo>
                      <a:pt x="58" y="951"/>
                      <a:pt x="174" y="1124"/>
                      <a:pt x="289" y="1239"/>
                    </a:cubicBezTo>
                    <a:cubicBezTo>
                      <a:pt x="404" y="1354"/>
                      <a:pt x="635" y="1412"/>
                      <a:pt x="807" y="1469"/>
                    </a:cubicBezTo>
                    <a:cubicBezTo>
                      <a:pt x="807" y="1469"/>
                      <a:pt x="865" y="1527"/>
                      <a:pt x="865" y="1642"/>
                    </a:cubicBezTo>
                    <a:cubicBezTo>
                      <a:pt x="865" y="1700"/>
                      <a:pt x="807" y="1757"/>
                      <a:pt x="692" y="1757"/>
                    </a:cubicBezTo>
                    <a:cubicBezTo>
                      <a:pt x="577" y="1757"/>
                      <a:pt x="519" y="1757"/>
                      <a:pt x="462" y="1700"/>
                    </a:cubicBezTo>
                    <a:cubicBezTo>
                      <a:pt x="414" y="1676"/>
                      <a:pt x="356" y="1662"/>
                      <a:pt x="301" y="1662"/>
                    </a:cubicBezTo>
                    <a:cubicBezTo>
                      <a:pt x="223" y="1662"/>
                      <a:pt x="150" y="1690"/>
                      <a:pt x="116" y="1757"/>
                    </a:cubicBezTo>
                    <a:cubicBezTo>
                      <a:pt x="1" y="1873"/>
                      <a:pt x="58" y="2046"/>
                      <a:pt x="174" y="2103"/>
                    </a:cubicBezTo>
                    <a:cubicBezTo>
                      <a:pt x="289" y="2161"/>
                      <a:pt x="347" y="2218"/>
                      <a:pt x="462" y="2218"/>
                    </a:cubicBezTo>
                    <a:lnTo>
                      <a:pt x="462" y="2276"/>
                    </a:lnTo>
                    <a:cubicBezTo>
                      <a:pt x="462" y="2449"/>
                      <a:pt x="577" y="2535"/>
                      <a:pt x="692" y="2535"/>
                    </a:cubicBezTo>
                    <a:cubicBezTo>
                      <a:pt x="807" y="2535"/>
                      <a:pt x="923" y="2449"/>
                      <a:pt x="923" y="2276"/>
                    </a:cubicBezTo>
                    <a:lnTo>
                      <a:pt x="923" y="2218"/>
                    </a:lnTo>
                    <a:cubicBezTo>
                      <a:pt x="1153" y="2103"/>
                      <a:pt x="1268" y="1930"/>
                      <a:pt x="1326" y="1700"/>
                    </a:cubicBezTo>
                    <a:cubicBezTo>
                      <a:pt x="1384" y="1412"/>
                      <a:pt x="1211" y="1124"/>
                      <a:pt x="923" y="1066"/>
                    </a:cubicBezTo>
                    <a:cubicBezTo>
                      <a:pt x="807" y="1009"/>
                      <a:pt x="635" y="951"/>
                      <a:pt x="577" y="893"/>
                    </a:cubicBezTo>
                    <a:cubicBezTo>
                      <a:pt x="577" y="836"/>
                      <a:pt x="577" y="778"/>
                      <a:pt x="635" y="778"/>
                    </a:cubicBezTo>
                    <a:cubicBezTo>
                      <a:pt x="673" y="759"/>
                      <a:pt x="711" y="752"/>
                      <a:pt x="746" y="752"/>
                    </a:cubicBezTo>
                    <a:cubicBezTo>
                      <a:pt x="814" y="752"/>
                      <a:pt x="865" y="778"/>
                      <a:pt x="865" y="778"/>
                    </a:cubicBezTo>
                    <a:cubicBezTo>
                      <a:pt x="902" y="815"/>
                      <a:pt x="944" y="831"/>
                      <a:pt x="986" y="831"/>
                    </a:cubicBezTo>
                    <a:cubicBezTo>
                      <a:pt x="1140" y="831"/>
                      <a:pt x="1289" y="614"/>
                      <a:pt x="1153" y="432"/>
                    </a:cubicBezTo>
                    <a:cubicBezTo>
                      <a:pt x="1095" y="375"/>
                      <a:pt x="1038" y="317"/>
                      <a:pt x="923" y="317"/>
                    </a:cubicBezTo>
                    <a:lnTo>
                      <a:pt x="923" y="260"/>
                    </a:lnTo>
                    <a:cubicBezTo>
                      <a:pt x="923" y="87"/>
                      <a:pt x="807" y="0"/>
                      <a:pt x="6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43"/>
              <p:cNvSpPr/>
              <p:nvPr/>
            </p:nvSpPr>
            <p:spPr>
              <a:xfrm>
                <a:off x="4306875" y="2162200"/>
                <a:ext cx="33150" cy="62675"/>
              </a:xfrm>
              <a:custGeom>
                <a:avLst/>
                <a:gdLst/>
                <a:ahLst/>
                <a:cxnLst/>
                <a:rect l="l" t="t" r="r" b="b"/>
                <a:pathLst>
                  <a:path w="1326" h="2507" extrusionOk="0">
                    <a:moveTo>
                      <a:pt x="634" y="0"/>
                    </a:moveTo>
                    <a:cubicBezTo>
                      <a:pt x="519" y="0"/>
                      <a:pt x="404" y="72"/>
                      <a:pt x="404" y="216"/>
                    </a:cubicBezTo>
                    <a:lnTo>
                      <a:pt x="404" y="274"/>
                    </a:lnTo>
                    <a:cubicBezTo>
                      <a:pt x="231" y="389"/>
                      <a:pt x="116" y="562"/>
                      <a:pt x="58" y="735"/>
                    </a:cubicBezTo>
                    <a:cubicBezTo>
                      <a:pt x="58" y="907"/>
                      <a:pt x="116" y="1138"/>
                      <a:pt x="231" y="1253"/>
                    </a:cubicBezTo>
                    <a:cubicBezTo>
                      <a:pt x="346" y="1311"/>
                      <a:pt x="577" y="1426"/>
                      <a:pt x="750" y="1484"/>
                    </a:cubicBezTo>
                    <a:cubicBezTo>
                      <a:pt x="750" y="1484"/>
                      <a:pt x="865" y="1484"/>
                      <a:pt x="807" y="1599"/>
                    </a:cubicBezTo>
                    <a:cubicBezTo>
                      <a:pt x="807" y="1656"/>
                      <a:pt x="750" y="1772"/>
                      <a:pt x="634" y="1772"/>
                    </a:cubicBezTo>
                    <a:cubicBezTo>
                      <a:pt x="519" y="1772"/>
                      <a:pt x="462" y="1772"/>
                      <a:pt x="404" y="1714"/>
                    </a:cubicBezTo>
                    <a:cubicBezTo>
                      <a:pt x="346" y="1685"/>
                      <a:pt x="289" y="1671"/>
                      <a:pt x="231" y="1671"/>
                    </a:cubicBezTo>
                    <a:cubicBezTo>
                      <a:pt x="174" y="1671"/>
                      <a:pt x="116" y="1685"/>
                      <a:pt x="58" y="1714"/>
                    </a:cubicBezTo>
                    <a:cubicBezTo>
                      <a:pt x="1" y="1829"/>
                      <a:pt x="1" y="2002"/>
                      <a:pt x="116" y="2117"/>
                    </a:cubicBezTo>
                    <a:cubicBezTo>
                      <a:pt x="231" y="2175"/>
                      <a:pt x="289" y="2232"/>
                      <a:pt x="404" y="2232"/>
                    </a:cubicBezTo>
                    <a:lnTo>
                      <a:pt x="404" y="2290"/>
                    </a:lnTo>
                    <a:cubicBezTo>
                      <a:pt x="404" y="2434"/>
                      <a:pt x="519" y="2506"/>
                      <a:pt x="634" y="2506"/>
                    </a:cubicBezTo>
                    <a:cubicBezTo>
                      <a:pt x="750" y="2506"/>
                      <a:pt x="865" y="2434"/>
                      <a:pt x="865" y="2290"/>
                    </a:cubicBezTo>
                    <a:lnTo>
                      <a:pt x="865" y="2175"/>
                    </a:lnTo>
                    <a:cubicBezTo>
                      <a:pt x="1095" y="2117"/>
                      <a:pt x="1268" y="1944"/>
                      <a:pt x="1268" y="1714"/>
                    </a:cubicBezTo>
                    <a:cubicBezTo>
                      <a:pt x="1326" y="1426"/>
                      <a:pt x="1153" y="1138"/>
                      <a:pt x="865" y="1023"/>
                    </a:cubicBezTo>
                    <a:cubicBezTo>
                      <a:pt x="750" y="1023"/>
                      <a:pt x="634" y="965"/>
                      <a:pt x="519" y="850"/>
                    </a:cubicBezTo>
                    <a:cubicBezTo>
                      <a:pt x="519" y="850"/>
                      <a:pt x="519" y="792"/>
                      <a:pt x="577" y="735"/>
                    </a:cubicBezTo>
                    <a:cubicBezTo>
                      <a:pt x="692" y="735"/>
                      <a:pt x="807" y="792"/>
                      <a:pt x="807" y="792"/>
                    </a:cubicBezTo>
                    <a:cubicBezTo>
                      <a:pt x="844" y="829"/>
                      <a:pt x="886" y="845"/>
                      <a:pt x="928" y="845"/>
                    </a:cubicBezTo>
                    <a:cubicBezTo>
                      <a:pt x="1082" y="845"/>
                      <a:pt x="1231" y="628"/>
                      <a:pt x="1095" y="447"/>
                    </a:cubicBezTo>
                    <a:cubicBezTo>
                      <a:pt x="1038" y="389"/>
                      <a:pt x="980" y="331"/>
                      <a:pt x="865" y="274"/>
                    </a:cubicBezTo>
                    <a:lnTo>
                      <a:pt x="865" y="216"/>
                    </a:lnTo>
                    <a:cubicBezTo>
                      <a:pt x="865" y="72"/>
                      <a:pt x="750" y="0"/>
                      <a:pt x="6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43"/>
              <p:cNvSpPr/>
              <p:nvPr/>
            </p:nvSpPr>
            <p:spPr>
              <a:xfrm>
                <a:off x="4270875" y="2075425"/>
                <a:ext cx="401850" cy="401850"/>
              </a:xfrm>
              <a:custGeom>
                <a:avLst/>
                <a:gdLst/>
                <a:ahLst/>
                <a:cxnLst/>
                <a:rect l="l" t="t" r="r" b="b"/>
                <a:pathLst>
                  <a:path w="16074" h="16074" extrusionOk="0">
                    <a:moveTo>
                      <a:pt x="8988" y="461"/>
                    </a:moveTo>
                    <a:cubicBezTo>
                      <a:pt x="9852" y="461"/>
                      <a:pt x="10543" y="1210"/>
                      <a:pt x="10543" y="2074"/>
                    </a:cubicBezTo>
                    <a:cubicBezTo>
                      <a:pt x="10543" y="2938"/>
                      <a:pt x="9852" y="3687"/>
                      <a:pt x="8988" y="3687"/>
                    </a:cubicBezTo>
                    <a:cubicBezTo>
                      <a:pt x="8066" y="3687"/>
                      <a:pt x="7375" y="2938"/>
                      <a:pt x="7375" y="2074"/>
                    </a:cubicBezTo>
                    <a:cubicBezTo>
                      <a:pt x="7375" y="1210"/>
                      <a:pt x="8066" y="461"/>
                      <a:pt x="8988" y="461"/>
                    </a:cubicBezTo>
                    <a:close/>
                    <a:moveTo>
                      <a:pt x="14058" y="5012"/>
                    </a:moveTo>
                    <a:cubicBezTo>
                      <a:pt x="14922" y="5012"/>
                      <a:pt x="15613" y="5703"/>
                      <a:pt x="15613" y="6568"/>
                    </a:cubicBezTo>
                    <a:cubicBezTo>
                      <a:pt x="15613" y="7489"/>
                      <a:pt x="14922" y="8181"/>
                      <a:pt x="14058" y="8181"/>
                    </a:cubicBezTo>
                    <a:cubicBezTo>
                      <a:pt x="13136" y="8181"/>
                      <a:pt x="12444" y="7489"/>
                      <a:pt x="12444" y="6568"/>
                    </a:cubicBezTo>
                    <a:cubicBezTo>
                      <a:pt x="12444" y="5703"/>
                      <a:pt x="13136" y="5012"/>
                      <a:pt x="14058" y="5012"/>
                    </a:cubicBezTo>
                    <a:close/>
                    <a:moveTo>
                      <a:pt x="11004" y="2535"/>
                    </a:moveTo>
                    <a:cubicBezTo>
                      <a:pt x="12041" y="2996"/>
                      <a:pt x="12905" y="3687"/>
                      <a:pt x="13654" y="4551"/>
                    </a:cubicBezTo>
                    <a:cubicBezTo>
                      <a:pt x="12675" y="4782"/>
                      <a:pt x="11984" y="5588"/>
                      <a:pt x="11984" y="6568"/>
                    </a:cubicBezTo>
                    <a:cubicBezTo>
                      <a:pt x="11984" y="7720"/>
                      <a:pt x="12905" y="8642"/>
                      <a:pt x="14058" y="8642"/>
                    </a:cubicBezTo>
                    <a:cubicBezTo>
                      <a:pt x="14403" y="8642"/>
                      <a:pt x="14806" y="8526"/>
                      <a:pt x="15095" y="8354"/>
                    </a:cubicBezTo>
                    <a:lnTo>
                      <a:pt x="15095" y="8354"/>
                    </a:lnTo>
                    <a:cubicBezTo>
                      <a:pt x="15152" y="8987"/>
                      <a:pt x="15095" y="9563"/>
                      <a:pt x="14979" y="10197"/>
                    </a:cubicBezTo>
                    <a:lnTo>
                      <a:pt x="13078" y="9621"/>
                    </a:lnTo>
                    <a:lnTo>
                      <a:pt x="13021" y="9621"/>
                    </a:lnTo>
                    <a:cubicBezTo>
                      <a:pt x="12560" y="9506"/>
                      <a:pt x="12156" y="9160"/>
                      <a:pt x="11811" y="8757"/>
                    </a:cubicBezTo>
                    <a:cubicBezTo>
                      <a:pt x="11413" y="8319"/>
                      <a:pt x="11097" y="8129"/>
                      <a:pt x="10675" y="8129"/>
                    </a:cubicBezTo>
                    <a:cubicBezTo>
                      <a:pt x="10485" y="8129"/>
                      <a:pt x="10274" y="8167"/>
                      <a:pt x="10025" y="8238"/>
                    </a:cubicBezTo>
                    <a:cubicBezTo>
                      <a:pt x="9712" y="8372"/>
                      <a:pt x="9296" y="8506"/>
                      <a:pt x="8991" y="8506"/>
                    </a:cubicBezTo>
                    <a:cubicBezTo>
                      <a:pt x="8902" y="8506"/>
                      <a:pt x="8822" y="8495"/>
                      <a:pt x="8757" y="8469"/>
                    </a:cubicBezTo>
                    <a:cubicBezTo>
                      <a:pt x="8527" y="8411"/>
                      <a:pt x="8412" y="8296"/>
                      <a:pt x="8354" y="8123"/>
                    </a:cubicBezTo>
                    <a:cubicBezTo>
                      <a:pt x="8066" y="7489"/>
                      <a:pt x="8815" y="6107"/>
                      <a:pt x="9218" y="5415"/>
                    </a:cubicBezTo>
                    <a:cubicBezTo>
                      <a:pt x="9506" y="4897"/>
                      <a:pt x="9737" y="4378"/>
                      <a:pt x="9852" y="3918"/>
                    </a:cubicBezTo>
                    <a:cubicBezTo>
                      <a:pt x="10428" y="3687"/>
                      <a:pt x="10831" y="3169"/>
                      <a:pt x="11004" y="2535"/>
                    </a:cubicBezTo>
                    <a:close/>
                    <a:moveTo>
                      <a:pt x="4379" y="7835"/>
                    </a:moveTo>
                    <a:cubicBezTo>
                      <a:pt x="5301" y="7835"/>
                      <a:pt x="5992" y="8526"/>
                      <a:pt x="5992" y="9391"/>
                    </a:cubicBezTo>
                    <a:cubicBezTo>
                      <a:pt x="5992" y="10312"/>
                      <a:pt x="5301" y="11004"/>
                      <a:pt x="4379" y="11004"/>
                    </a:cubicBezTo>
                    <a:cubicBezTo>
                      <a:pt x="3515" y="11004"/>
                      <a:pt x="2823" y="10312"/>
                      <a:pt x="2823" y="9391"/>
                    </a:cubicBezTo>
                    <a:cubicBezTo>
                      <a:pt x="2823" y="8526"/>
                      <a:pt x="3515" y="7835"/>
                      <a:pt x="4379" y="7835"/>
                    </a:cubicBezTo>
                    <a:close/>
                    <a:moveTo>
                      <a:pt x="4033" y="4033"/>
                    </a:moveTo>
                    <a:lnTo>
                      <a:pt x="4033" y="4033"/>
                    </a:lnTo>
                    <a:cubicBezTo>
                      <a:pt x="4437" y="4090"/>
                      <a:pt x="4782" y="4263"/>
                      <a:pt x="4955" y="4551"/>
                    </a:cubicBezTo>
                    <a:cubicBezTo>
                      <a:pt x="5128" y="4724"/>
                      <a:pt x="5128" y="5012"/>
                      <a:pt x="5013" y="5300"/>
                    </a:cubicBezTo>
                    <a:cubicBezTo>
                      <a:pt x="4897" y="5761"/>
                      <a:pt x="4552" y="6625"/>
                      <a:pt x="4264" y="7374"/>
                    </a:cubicBezTo>
                    <a:cubicBezTo>
                      <a:pt x="3169" y="7432"/>
                      <a:pt x="2305" y="8296"/>
                      <a:pt x="2305" y="9391"/>
                    </a:cubicBezTo>
                    <a:cubicBezTo>
                      <a:pt x="2305" y="9967"/>
                      <a:pt x="2535" y="10485"/>
                      <a:pt x="2939" y="10888"/>
                    </a:cubicBezTo>
                    <a:cubicBezTo>
                      <a:pt x="2535" y="11061"/>
                      <a:pt x="2247" y="11234"/>
                      <a:pt x="2017" y="11464"/>
                    </a:cubicBezTo>
                    <a:cubicBezTo>
                      <a:pt x="1671" y="10716"/>
                      <a:pt x="1498" y="9909"/>
                      <a:pt x="1498" y="9045"/>
                    </a:cubicBezTo>
                    <a:cubicBezTo>
                      <a:pt x="1441" y="8238"/>
                      <a:pt x="1556" y="7489"/>
                      <a:pt x="1786" y="6740"/>
                    </a:cubicBezTo>
                    <a:lnTo>
                      <a:pt x="2074" y="6740"/>
                    </a:lnTo>
                    <a:cubicBezTo>
                      <a:pt x="3227" y="6740"/>
                      <a:pt x="4148" y="5819"/>
                      <a:pt x="4148" y="4724"/>
                    </a:cubicBezTo>
                    <a:cubicBezTo>
                      <a:pt x="4148" y="4494"/>
                      <a:pt x="4148" y="4263"/>
                      <a:pt x="4033" y="4033"/>
                    </a:cubicBezTo>
                    <a:close/>
                    <a:moveTo>
                      <a:pt x="8700" y="11349"/>
                    </a:moveTo>
                    <a:cubicBezTo>
                      <a:pt x="9622" y="11349"/>
                      <a:pt x="10313" y="12098"/>
                      <a:pt x="10313" y="12962"/>
                    </a:cubicBezTo>
                    <a:cubicBezTo>
                      <a:pt x="10313" y="13884"/>
                      <a:pt x="9622" y="14575"/>
                      <a:pt x="8700" y="14575"/>
                    </a:cubicBezTo>
                    <a:cubicBezTo>
                      <a:pt x="7836" y="14575"/>
                      <a:pt x="7144" y="13884"/>
                      <a:pt x="7144" y="12962"/>
                    </a:cubicBezTo>
                    <a:cubicBezTo>
                      <a:pt x="7144" y="12098"/>
                      <a:pt x="7836" y="11349"/>
                      <a:pt x="8700" y="11349"/>
                    </a:cubicBezTo>
                    <a:close/>
                    <a:moveTo>
                      <a:pt x="5144" y="13425"/>
                    </a:moveTo>
                    <a:cubicBezTo>
                      <a:pt x="5245" y="13425"/>
                      <a:pt x="5340" y="13520"/>
                      <a:pt x="5474" y="13654"/>
                    </a:cubicBezTo>
                    <a:cubicBezTo>
                      <a:pt x="5823" y="13959"/>
                      <a:pt x="6139" y="14099"/>
                      <a:pt x="6547" y="14099"/>
                    </a:cubicBezTo>
                    <a:cubicBezTo>
                      <a:pt x="6677" y="14099"/>
                      <a:pt x="6818" y="14085"/>
                      <a:pt x="6971" y="14057"/>
                    </a:cubicBezTo>
                    <a:cubicBezTo>
                      <a:pt x="7317" y="14633"/>
                      <a:pt x="7951" y="15036"/>
                      <a:pt x="8700" y="15036"/>
                    </a:cubicBezTo>
                    <a:cubicBezTo>
                      <a:pt x="9045" y="15036"/>
                      <a:pt x="9391" y="14979"/>
                      <a:pt x="9679" y="14806"/>
                    </a:cubicBezTo>
                    <a:cubicBezTo>
                      <a:pt x="9910" y="14979"/>
                      <a:pt x="10198" y="15152"/>
                      <a:pt x="10486" y="15267"/>
                    </a:cubicBezTo>
                    <a:cubicBezTo>
                      <a:pt x="9766" y="15507"/>
                      <a:pt x="9005" y="15627"/>
                      <a:pt x="8239" y="15627"/>
                    </a:cubicBezTo>
                    <a:cubicBezTo>
                      <a:pt x="8085" y="15627"/>
                      <a:pt x="7932" y="15622"/>
                      <a:pt x="7778" y="15612"/>
                    </a:cubicBezTo>
                    <a:cubicBezTo>
                      <a:pt x="6511" y="15497"/>
                      <a:pt x="5301" y="15094"/>
                      <a:pt x="4264" y="14287"/>
                    </a:cubicBezTo>
                    <a:cubicBezTo>
                      <a:pt x="4494" y="14057"/>
                      <a:pt x="4667" y="13827"/>
                      <a:pt x="4897" y="13596"/>
                    </a:cubicBezTo>
                    <a:cubicBezTo>
                      <a:pt x="4994" y="13475"/>
                      <a:pt x="5071" y="13425"/>
                      <a:pt x="5144" y="13425"/>
                    </a:cubicBezTo>
                    <a:close/>
                    <a:moveTo>
                      <a:pt x="8930" y="0"/>
                    </a:moveTo>
                    <a:cubicBezTo>
                      <a:pt x="7951" y="0"/>
                      <a:pt x="7144" y="691"/>
                      <a:pt x="6914" y="1671"/>
                    </a:cubicBezTo>
                    <a:cubicBezTo>
                      <a:pt x="5704" y="1901"/>
                      <a:pt x="4494" y="2420"/>
                      <a:pt x="3572" y="3284"/>
                    </a:cubicBezTo>
                    <a:cubicBezTo>
                      <a:pt x="3169" y="2881"/>
                      <a:pt x="2651" y="2650"/>
                      <a:pt x="2074" y="2650"/>
                    </a:cubicBezTo>
                    <a:cubicBezTo>
                      <a:pt x="1671" y="2650"/>
                      <a:pt x="1268" y="2765"/>
                      <a:pt x="922" y="2996"/>
                    </a:cubicBezTo>
                    <a:cubicBezTo>
                      <a:pt x="731" y="3139"/>
                      <a:pt x="857" y="3441"/>
                      <a:pt x="1070" y="3441"/>
                    </a:cubicBezTo>
                    <a:cubicBezTo>
                      <a:pt x="1114" y="3441"/>
                      <a:pt x="1161" y="3428"/>
                      <a:pt x="1210" y="3399"/>
                    </a:cubicBezTo>
                    <a:cubicBezTo>
                      <a:pt x="1441" y="3226"/>
                      <a:pt x="1786" y="3111"/>
                      <a:pt x="2074" y="3111"/>
                    </a:cubicBezTo>
                    <a:cubicBezTo>
                      <a:pt x="2939" y="3111"/>
                      <a:pt x="3688" y="3802"/>
                      <a:pt x="3688" y="4724"/>
                    </a:cubicBezTo>
                    <a:cubicBezTo>
                      <a:pt x="3688" y="5588"/>
                      <a:pt x="2939" y="6280"/>
                      <a:pt x="2074" y="6280"/>
                    </a:cubicBezTo>
                    <a:cubicBezTo>
                      <a:pt x="1210" y="6280"/>
                      <a:pt x="461" y="5588"/>
                      <a:pt x="461" y="4724"/>
                    </a:cubicBezTo>
                    <a:cubicBezTo>
                      <a:pt x="461" y="4551"/>
                      <a:pt x="519" y="4378"/>
                      <a:pt x="519" y="4263"/>
                    </a:cubicBezTo>
                    <a:cubicBezTo>
                      <a:pt x="593" y="4079"/>
                      <a:pt x="431" y="3942"/>
                      <a:pt x="290" y="3942"/>
                    </a:cubicBezTo>
                    <a:cubicBezTo>
                      <a:pt x="210" y="3942"/>
                      <a:pt x="137" y="3986"/>
                      <a:pt x="116" y="4090"/>
                    </a:cubicBezTo>
                    <a:cubicBezTo>
                      <a:pt x="58" y="4321"/>
                      <a:pt x="0" y="4494"/>
                      <a:pt x="0" y="4724"/>
                    </a:cubicBezTo>
                    <a:cubicBezTo>
                      <a:pt x="0" y="5588"/>
                      <a:pt x="577" y="6337"/>
                      <a:pt x="1326" y="6625"/>
                    </a:cubicBezTo>
                    <a:cubicBezTo>
                      <a:pt x="1095" y="7432"/>
                      <a:pt x="980" y="8238"/>
                      <a:pt x="980" y="9045"/>
                    </a:cubicBezTo>
                    <a:cubicBezTo>
                      <a:pt x="1037" y="10716"/>
                      <a:pt x="1671" y="12271"/>
                      <a:pt x="2708" y="13538"/>
                    </a:cubicBezTo>
                    <a:cubicBezTo>
                      <a:pt x="4033" y="15036"/>
                      <a:pt x="5819" y="15958"/>
                      <a:pt x="7720" y="16073"/>
                    </a:cubicBezTo>
                    <a:lnTo>
                      <a:pt x="8239" y="16073"/>
                    </a:lnTo>
                    <a:cubicBezTo>
                      <a:pt x="10140" y="16073"/>
                      <a:pt x="11984" y="15382"/>
                      <a:pt x="13309" y="14115"/>
                    </a:cubicBezTo>
                    <a:cubicBezTo>
                      <a:pt x="13441" y="13938"/>
                      <a:pt x="13302" y="13693"/>
                      <a:pt x="13126" y="13693"/>
                    </a:cubicBezTo>
                    <a:cubicBezTo>
                      <a:pt x="13073" y="13693"/>
                      <a:pt x="13016" y="13715"/>
                      <a:pt x="12963" y="13769"/>
                    </a:cubicBezTo>
                    <a:cubicBezTo>
                      <a:pt x="12387" y="14287"/>
                      <a:pt x="11753" y="14691"/>
                      <a:pt x="11062" y="15036"/>
                    </a:cubicBezTo>
                    <a:cubicBezTo>
                      <a:pt x="10716" y="14864"/>
                      <a:pt x="10370" y="14691"/>
                      <a:pt x="10082" y="14518"/>
                    </a:cubicBezTo>
                    <a:cubicBezTo>
                      <a:pt x="10486" y="14115"/>
                      <a:pt x="10774" y="13596"/>
                      <a:pt x="10774" y="12962"/>
                    </a:cubicBezTo>
                    <a:cubicBezTo>
                      <a:pt x="10774" y="11810"/>
                      <a:pt x="9852" y="10888"/>
                      <a:pt x="8700" y="10888"/>
                    </a:cubicBezTo>
                    <a:cubicBezTo>
                      <a:pt x="7548" y="10888"/>
                      <a:pt x="6626" y="11810"/>
                      <a:pt x="6626" y="12962"/>
                    </a:cubicBezTo>
                    <a:cubicBezTo>
                      <a:pt x="6626" y="13193"/>
                      <a:pt x="6683" y="13423"/>
                      <a:pt x="6741" y="13596"/>
                    </a:cubicBezTo>
                    <a:cubicBezTo>
                      <a:pt x="6650" y="13609"/>
                      <a:pt x="6566" y="13616"/>
                      <a:pt x="6486" y="13616"/>
                    </a:cubicBezTo>
                    <a:cubicBezTo>
                      <a:pt x="6211" y="13616"/>
                      <a:pt x="5998" y="13531"/>
                      <a:pt x="5819" y="13308"/>
                    </a:cubicBezTo>
                    <a:cubicBezTo>
                      <a:pt x="5598" y="13087"/>
                      <a:pt x="5359" y="12952"/>
                      <a:pt x="5122" y="12952"/>
                    </a:cubicBezTo>
                    <a:cubicBezTo>
                      <a:pt x="4927" y="12952"/>
                      <a:pt x="4734" y="13043"/>
                      <a:pt x="4552" y="13250"/>
                    </a:cubicBezTo>
                    <a:cubicBezTo>
                      <a:pt x="4321" y="13481"/>
                      <a:pt x="4091" y="13769"/>
                      <a:pt x="3918" y="13999"/>
                    </a:cubicBezTo>
                    <a:cubicBezTo>
                      <a:pt x="3630" y="13769"/>
                      <a:pt x="3342" y="13481"/>
                      <a:pt x="3054" y="13193"/>
                    </a:cubicBezTo>
                    <a:cubicBezTo>
                      <a:pt x="2766" y="12790"/>
                      <a:pt x="2478" y="12386"/>
                      <a:pt x="2247" y="11925"/>
                    </a:cubicBezTo>
                    <a:cubicBezTo>
                      <a:pt x="2478" y="11580"/>
                      <a:pt x="2939" y="11349"/>
                      <a:pt x="3342" y="11234"/>
                    </a:cubicBezTo>
                    <a:cubicBezTo>
                      <a:pt x="3688" y="11407"/>
                      <a:pt x="4033" y="11464"/>
                      <a:pt x="4379" y="11464"/>
                    </a:cubicBezTo>
                    <a:cubicBezTo>
                      <a:pt x="5531" y="11464"/>
                      <a:pt x="6453" y="10543"/>
                      <a:pt x="6453" y="9448"/>
                    </a:cubicBezTo>
                    <a:cubicBezTo>
                      <a:pt x="6453" y="8411"/>
                      <a:pt x="5704" y="7547"/>
                      <a:pt x="4782" y="7374"/>
                    </a:cubicBezTo>
                    <a:cubicBezTo>
                      <a:pt x="5070" y="6683"/>
                      <a:pt x="5358" y="5876"/>
                      <a:pt x="5474" y="5473"/>
                    </a:cubicBezTo>
                    <a:cubicBezTo>
                      <a:pt x="5646" y="5012"/>
                      <a:pt x="5589" y="4609"/>
                      <a:pt x="5358" y="4263"/>
                    </a:cubicBezTo>
                    <a:cubicBezTo>
                      <a:pt x="5070" y="3860"/>
                      <a:pt x="4552" y="3629"/>
                      <a:pt x="3976" y="3572"/>
                    </a:cubicBezTo>
                    <a:cubicBezTo>
                      <a:pt x="4782" y="2823"/>
                      <a:pt x="5819" y="2362"/>
                      <a:pt x="6914" y="2132"/>
                    </a:cubicBezTo>
                    <a:cubicBezTo>
                      <a:pt x="6914" y="3226"/>
                      <a:pt x="7836" y="4148"/>
                      <a:pt x="8988" y="4148"/>
                    </a:cubicBezTo>
                    <a:cubicBezTo>
                      <a:pt x="9103" y="4148"/>
                      <a:pt x="9218" y="4148"/>
                      <a:pt x="9276" y="4090"/>
                    </a:cubicBezTo>
                    <a:lnTo>
                      <a:pt x="9276" y="4090"/>
                    </a:lnTo>
                    <a:cubicBezTo>
                      <a:pt x="9161" y="4436"/>
                      <a:pt x="9045" y="4782"/>
                      <a:pt x="8815" y="5185"/>
                    </a:cubicBezTo>
                    <a:cubicBezTo>
                      <a:pt x="8181" y="6337"/>
                      <a:pt x="7548" y="7547"/>
                      <a:pt x="7893" y="8296"/>
                    </a:cubicBezTo>
                    <a:cubicBezTo>
                      <a:pt x="8008" y="8642"/>
                      <a:pt x="8239" y="8814"/>
                      <a:pt x="8585" y="8930"/>
                    </a:cubicBezTo>
                    <a:cubicBezTo>
                      <a:pt x="8700" y="8973"/>
                      <a:pt x="8826" y="8991"/>
                      <a:pt x="8958" y="8991"/>
                    </a:cubicBezTo>
                    <a:cubicBezTo>
                      <a:pt x="9355" y="8991"/>
                      <a:pt x="9809" y="8829"/>
                      <a:pt x="10198" y="8699"/>
                    </a:cubicBezTo>
                    <a:cubicBezTo>
                      <a:pt x="10390" y="8642"/>
                      <a:pt x="10543" y="8610"/>
                      <a:pt x="10678" y="8610"/>
                    </a:cubicBezTo>
                    <a:cubicBezTo>
                      <a:pt x="10947" y="8610"/>
                      <a:pt x="11139" y="8738"/>
                      <a:pt x="11407" y="9045"/>
                    </a:cubicBezTo>
                    <a:cubicBezTo>
                      <a:pt x="11811" y="9563"/>
                      <a:pt x="12329" y="9909"/>
                      <a:pt x="12905" y="10082"/>
                    </a:cubicBezTo>
                    <a:lnTo>
                      <a:pt x="14864" y="10658"/>
                    </a:lnTo>
                    <a:cubicBezTo>
                      <a:pt x="14634" y="11407"/>
                      <a:pt x="14346" y="12098"/>
                      <a:pt x="13885" y="12674"/>
                    </a:cubicBezTo>
                    <a:cubicBezTo>
                      <a:pt x="13757" y="12845"/>
                      <a:pt x="13945" y="13047"/>
                      <a:pt x="14121" y="13047"/>
                    </a:cubicBezTo>
                    <a:cubicBezTo>
                      <a:pt x="14183" y="13047"/>
                      <a:pt x="14243" y="13022"/>
                      <a:pt x="14288" y="12962"/>
                    </a:cubicBezTo>
                    <a:cubicBezTo>
                      <a:pt x="14806" y="12213"/>
                      <a:pt x="15152" y="11407"/>
                      <a:pt x="15383" y="10543"/>
                    </a:cubicBezTo>
                    <a:cubicBezTo>
                      <a:pt x="15498" y="9736"/>
                      <a:pt x="15613" y="8814"/>
                      <a:pt x="15498" y="8008"/>
                    </a:cubicBezTo>
                    <a:cubicBezTo>
                      <a:pt x="15901" y="7662"/>
                      <a:pt x="16074" y="7144"/>
                      <a:pt x="16074" y="6568"/>
                    </a:cubicBezTo>
                    <a:cubicBezTo>
                      <a:pt x="16074" y="5531"/>
                      <a:pt x="15267" y="4609"/>
                      <a:pt x="14173" y="4551"/>
                    </a:cubicBezTo>
                    <a:cubicBezTo>
                      <a:pt x="13366" y="3457"/>
                      <a:pt x="12272" y="2592"/>
                      <a:pt x="11062" y="2074"/>
                    </a:cubicBezTo>
                    <a:cubicBezTo>
                      <a:pt x="11004" y="922"/>
                      <a:pt x="10082" y="0"/>
                      <a:pt x="89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3" name="Google Shape;593;p43"/>
              <p:cNvSpPr/>
              <p:nvPr/>
            </p:nvSpPr>
            <p:spPr>
              <a:xfrm>
                <a:off x="4363050" y="2280300"/>
                <a:ext cx="34600" cy="6267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2507" extrusionOk="0">
                    <a:moveTo>
                      <a:pt x="692" y="0"/>
                    </a:moveTo>
                    <a:cubicBezTo>
                      <a:pt x="577" y="0"/>
                      <a:pt x="461" y="72"/>
                      <a:pt x="461" y="216"/>
                    </a:cubicBezTo>
                    <a:lnTo>
                      <a:pt x="461" y="274"/>
                    </a:lnTo>
                    <a:cubicBezTo>
                      <a:pt x="289" y="389"/>
                      <a:pt x="173" y="504"/>
                      <a:pt x="116" y="735"/>
                    </a:cubicBezTo>
                    <a:cubicBezTo>
                      <a:pt x="58" y="907"/>
                      <a:pt x="116" y="1080"/>
                      <a:pt x="289" y="1196"/>
                    </a:cubicBezTo>
                    <a:cubicBezTo>
                      <a:pt x="404" y="1311"/>
                      <a:pt x="577" y="1368"/>
                      <a:pt x="750" y="1484"/>
                    </a:cubicBezTo>
                    <a:cubicBezTo>
                      <a:pt x="807" y="1484"/>
                      <a:pt x="865" y="1484"/>
                      <a:pt x="865" y="1599"/>
                    </a:cubicBezTo>
                    <a:cubicBezTo>
                      <a:pt x="865" y="1656"/>
                      <a:pt x="807" y="1772"/>
                      <a:pt x="692" y="1772"/>
                    </a:cubicBezTo>
                    <a:cubicBezTo>
                      <a:pt x="577" y="1772"/>
                      <a:pt x="519" y="1772"/>
                      <a:pt x="404" y="1714"/>
                    </a:cubicBezTo>
                    <a:cubicBezTo>
                      <a:pt x="380" y="1665"/>
                      <a:pt x="335" y="1647"/>
                      <a:pt x="286" y="1647"/>
                    </a:cubicBezTo>
                    <a:cubicBezTo>
                      <a:pt x="221" y="1647"/>
                      <a:pt x="149" y="1681"/>
                      <a:pt x="116" y="1714"/>
                    </a:cubicBezTo>
                    <a:cubicBezTo>
                      <a:pt x="1" y="1829"/>
                      <a:pt x="58" y="2002"/>
                      <a:pt x="173" y="2117"/>
                    </a:cubicBezTo>
                    <a:cubicBezTo>
                      <a:pt x="289" y="2175"/>
                      <a:pt x="346" y="2175"/>
                      <a:pt x="461" y="2233"/>
                    </a:cubicBezTo>
                    <a:lnTo>
                      <a:pt x="461" y="2290"/>
                    </a:lnTo>
                    <a:cubicBezTo>
                      <a:pt x="461" y="2434"/>
                      <a:pt x="577" y="2506"/>
                      <a:pt x="692" y="2506"/>
                    </a:cubicBezTo>
                    <a:cubicBezTo>
                      <a:pt x="807" y="2506"/>
                      <a:pt x="922" y="2434"/>
                      <a:pt x="922" y="2290"/>
                    </a:cubicBezTo>
                    <a:lnTo>
                      <a:pt x="922" y="2175"/>
                    </a:lnTo>
                    <a:cubicBezTo>
                      <a:pt x="1153" y="2117"/>
                      <a:pt x="1268" y="1944"/>
                      <a:pt x="1326" y="1714"/>
                    </a:cubicBezTo>
                    <a:cubicBezTo>
                      <a:pt x="1383" y="1426"/>
                      <a:pt x="1210" y="1138"/>
                      <a:pt x="922" y="1023"/>
                    </a:cubicBezTo>
                    <a:cubicBezTo>
                      <a:pt x="807" y="1023"/>
                      <a:pt x="634" y="965"/>
                      <a:pt x="577" y="850"/>
                    </a:cubicBezTo>
                    <a:cubicBezTo>
                      <a:pt x="577" y="850"/>
                      <a:pt x="577" y="792"/>
                      <a:pt x="634" y="735"/>
                    </a:cubicBezTo>
                    <a:cubicBezTo>
                      <a:pt x="750" y="735"/>
                      <a:pt x="807" y="792"/>
                      <a:pt x="865" y="792"/>
                    </a:cubicBezTo>
                    <a:cubicBezTo>
                      <a:pt x="902" y="829"/>
                      <a:pt x="944" y="845"/>
                      <a:pt x="985" y="845"/>
                    </a:cubicBezTo>
                    <a:cubicBezTo>
                      <a:pt x="1139" y="845"/>
                      <a:pt x="1289" y="628"/>
                      <a:pt x="1153" y="447"/>
                    </a:cubicBezTo>
                    <a:cubicBezTo>
                      <a:pt x="1095" y="389"/>
                      <a:pt x="1038" y="331"/>
                      <a:pt x="922" y="274"/>
                    </a:cubicBezTo>
                    <a:lnTo>
                      <a:pt x="922" y="216"/>
                    </a:lnTo>
                    <a:cubicBezTo>
                      <a:pt x="922" y="72"/>
                      <a:pt x="807" y="0"/>
                      <a:pt x="6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4" name="Google Shape;594;p43"/>
          <p:cNvGrpSpPr/>
          <p:nvPr/>
        </p:nvGrpSpPr>
        <p:grpSpPr>
          <a:xfrm>
            <a:off x="3100250" y="2898611"/>
            <a:ext cx="707400" cy="707400"/>
            <a:chOff x="3058853" y="3440046"/>
            <a:chExt cx="707400" cy="707400"/>
          </a:xfrm>
        </p:grpSpPr>
        <p:sp>
          <p:nvSpPr>
            <p:cNvPr id="595" name="Google Shape;595;p43"/>
            <p:cNvSpPr/>
            <p:nvPr/>
          </p:nvSpPr>
          <p:spPr>
            <a:xfrm rot="5400000">
              <a:off x="3058853" y="3440046"/>
              <a:ext cx="707400" cy="707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" name="Google Shape;596;p43"/>
            <p:cNvSpPr/>
            <p:nvPr/>
          </p:nvSpPr>
          <p:spPr>
            <a:xfrm>
              <a:off x="3210913" y="3592100"/>
              <a:ext cx="403300" cy="403300"/>
            </a:xfrm>
            <a:custGeom>
              <a:avLst/>
              <a:gdLst/>
              <a:ahLst/>
              <a:cxnLst/>
              <a:rect l="l" t="t" r="r" b="b"/>
              <a:pathLst>
                <a:path w="16132" h="16132" extrusionOk="0">
                  <a:moveTo>
                    <a:pt x="8412" y="461"/>
                  </a:moveTo>
                  <a:lnTo>
                    <a:pt x="8412" y="1210"/>
                  </a:lnTo>
                  <a:lnTo>
                    <a:pt x="7720" y="1210"/>
                  </a:lnTo>
                  <a:lnTo>
                    <a:pt x="7720" y="519"/>
                  </a:lnTo>
                  <a:lnTo>
                    <a:pt x="7720" y="461"/>
                  </a:lnTo>
                  <a:close/>
                  <a:moveTo>
                    <a:pt x="3688" y="1613"/>
                  </a:moveTo>
                  <a:lnTo>
                    <a:pt x="3688" y="2305"/>
                  </a:lnTo>
                  <a:lnTo>
                    <a:pt x="2996" y="2305"/>
                  </a:lnTo>
                  <a:lnTo>
                    <a:pt x="2996" y="1613"/>
                  </a:lnTo>
                  <a:close/>
                  <a:moveTo>
                    <a:pt x="13136" y="1613"/>
                  </a:moveTo>
                  <a:lnTo>
                    <a:pt x="13136" y="2362"/>
                  </a:lnTo>
                  <a:lnTo>
                    <a:pt x="12444" y="2362"/>
                  </a:lnTo>
                  <a:lnTo>
                    <a:pt x="12444" y="1613"/>
                  </a:lnTo>
                  <a:close/>
                  <a:moveTo>
                    <a:pt x="6395" y="3111"/>
                  </a:moveTo>
                  <a:lnTo>
                    <a:pt x="6395" y="3860"/>
                  </a:lnTo>
                  <a:lnTo>
                    <a:pt x="5646" y="3860"/>
                  </a:lnTo>
                  <a:lnTo>
                    <a:pt x="5646" y="3111"/>
                  </a:lnTo>
                  <a:close/>
                  <a:moveTo>
                    <a:pt x="10486" y="3111"/>
                  </a:moveTo>
                  <a:lnTo>
                    <a:pt x="10486" y="3860"/>
                  </a:lnTo>
                  <a:lnTo>
                    <a:pt x="9794" y="3860"/>
                  </a:lnTo>
                  <a:lnTo>
                    <a:pt x="9794" y="3111"/>
                  </a:lnTo>
                  <a:close/>
                  <a:moveTo>
                    <a:pt x="1210" y="5185"/>
                  </a:moveTo>
                  <a:lnTo>
                    <a:pt x="1210" y="5934"/>
                  </a:lnTo>
                  <a:lnTo>
                    <a:pt x="519" y="5934"/>
                  </a:lnTo>
                  <a:lnTo>
                    <a:pt x="519" y="5185"/>
                  </a:lnTo>
                  <a:close/>
                  <a:moveTo>
                    <a:pt x="15613" y="5185"/>
                  </a:moveTo>
                  <a:lnTo>
                    <a:pt x="15613" y="5934"/>
                  </a:lnTo>
                  <a:lnTo>
                    <a:pt x="14922" y="5934"/>
                  </a:lnTo>
                  <a:lnTo>
                    <a:pt x="14922" y="5185"/>
                  </a:lnTo>
                  <a:close/>
                  <a:moveTo>
                    <a:pt x="3342" y="7490"/>
                  </a:moveTo>
                  <a:lnTo>
                    <a:pt x="3342" y="8181"/>
                  </a:lnTo>
                  <a:lnTo>
                    <a:pt x="2651" y="8181"/>
                  </a:lnTo>
                  <a:lnTo>
                    <a:pt x="2651" y="7490"/>
                  </a:lnTo>
                  <a:close/>
                  <a:moveTo>
                    <a:pt x="13481" y="7432"/>
                  </a:moveTo>
                  <a:lnTo>
                    <a:pt x="13481" y="8181"/>
                  </a:lnTo>
                  <a:lnTo>
                    <a:pt x="12790" y="8181"/>
                  </a:lnTo>
                  <a:lnTo>
                    <a:pt x="12790" y="7432"/>
                  </a:lnTo>
                  <a:close/>
                  <a:moveTo>
                    <a:pt x="11292" y="9852"/>
                  </a:moveTo>
                  <a:lnTo>
                    <a:pt x="12041" y="10946"/>
                  </a:lnTo>
                  <a:lnTo>
                    <a:pt x="10658" y="10946"/>
                  </a:lnTo>
                  <a:lnTo>
                    <a:pt x="9910" y="9852"/>
                  </a:lnTo>
                  <a:close/>
                  <a:moveTo>
                    <a:pt x="9161" y="10370"/>
                  </a:moveTo>
                  <a:lnTo>
                    <a:pt x="9161" y="15613"/>
                  </a:lnTo>
                  <a:lnTo>
                    <a:pt x="4955" y="15613"/>
                  </a:lnTo>
                  <a:lnTo>
                    <a:pt x="4955" y="11407"/>
                  </a:lnTo>
                  <a:lnTo>
                    <a:pt x="8296" y="11407"/>
                  </a:lnTo>
                  <a:cubicBezTo>
                    <a:pt x="8354" y="11407"/>
                    <a:pt x="8469" y="11407"/>
                    <a:pt x="8469" y="11292"/>
                  </a:cubicBezTo>
                  <a:lnTo>
                    <a:pt x="9161" y="10370"/>
                  </a:lnTo>
                  <a:close/>
                  <a:moveTo>
                    <a:pt x="7490" y="0"/>
                  </a:moveTo>
                  <a:cubicBezTo>
                    <a:pt x="7375" y="0"/>
                    <a:pt x="7259" y="116"/>
                    <a:pt x="7259" y="288"/>
                  </a:cubicBezTo>
                  <a:lnTo>
                    <a:pt x="7259" y="1441"/>
                  </a:lnTo>
                  <a:cubicBezTo>
                    <a:pt x="7259" y="1613"/>
                    <a:pt x="7375" y="1671"/>
                    <a:pt x="7490" y="1671"/>
                  </a:cubicBezTo>
                  <a:lnTo>
                    <a:pt x="7836" y="1671"/>
                  </a:lnTo>
                  <a:lnTo>
                    <a:pt x="7836" y="3284"/>
                  </a:lnTo>
                  <a:lnTo>
                    <a:pt x="6856" y="3284"/>
                  </a:lnTo>
                  <a:lnTo>
                    <a:pt x="6856" y="2881"/>
                  </a:lnTo>
                  <a:cubicBezTo>
                    <a:pt x="6856" y="2766"/>
                    <a:pt x="6741" y="2650"/>
                    <a:pt x="6626" y="2650"/>
                  </a:cubicBezTo>
                  <a:lnTo>
                    <a:pt x="5416" y="2650"/>
                  </a:lnTo>
                  <a:cubicBezTo>
                    <a:pt x="5301" y="2650"/>
                    <a:pt x="5185" y="2766"/>
                    <a:pt x="5185" y="2881"/>
                  </a:cubicBezTo>
                  <a:lnTo>
                    <a:pt x="5185" y="4091"/>
                  </a:lnTo>
                  <a:cubicBezTo>
                    <a:pt x="5185" y="4206"/>
                    <a:pt x="5301" y="4321"/>
                    <a:pt x="5416" y="4321"/>
                  </a:cubicBezTo>
                  <a:lnTo>
                    <a:pt x="6626" y="4321"/>
                  </a:lnTo>
                  <a:cubicBezTo>
                    <a:pt x="6741" y="4321"/>
                    <a:pt x="6856" y="4206"/>
                    <a:pt x="6856" y="4091"/>
                  </a:cubicBezTo>
                  <a:lnTo>
                    <a:pt x="6856" y="3745"/>
                  </a:lnTo>
                  <a:lnTo>
                    <a:pt x="7836" y="3745"/>
                  </a:lnTo>
                  <a:lnTo>
                    <a:pt x="7836" y="5358"/>
                  </a:lnTo>
                  <a:lnTo>
                    <a:pt x="3572" y="5358"/>
                  </a:lnTo>
                  <a:lnTo>
                    <a:pt x="3572" y="2823"/>
                  </a:lnTo>
                  <a:lnTo>
                    <a:pt x="3918" y="2823"/>
                  </a:lnTo>
                  <a:cubicBezTo>
                    <a:pt x="4033" y="2823"/>
                    <a:pt x="4148" y="2708"/>
                    <a:pt x="4148" y="2593"/>
                  </a:cubicBezTo>
                  <a:lnTo>
                    <a:pt x="4148" y="1383"/>
                  </a:lnTo>
                  <a:cubicBezTo>
                    <a:pt x="4148" y="1268"/>
                    <a:pt x="4033" y="1153"/>
                    <a:pt x="3918" y="1153"/>
                  </a:cubicBezTo>
                  <a:lnTo>
                    <a:pt x="2708" y="1153"/>
                  </a:lnTo>
                  <a:cubicBezTo>
                    <a:pt x="2593" y="1153"/>
                    <a:pt x="2478" y="1268"/>
                    <a:pt x="2478" y="1383"/>
                  </a:cubicBezTo>
                  <a:lnTo>
                    <a:pt x="2478" y="2593"/>
                  </a:lnTo>
                  <a:cubicBezTo>
                    <a:pt x="2478" y="2708"/>
                    <a:pt x="2593" y="2823"/>
                    <a:pt x="2708" y="2823"/>
                  </a:cubicBezTo>
                  <a:lnTo>
                    <a:pt x="3111" y="2823"/>
                  </a:lnTo>
                  <a:lnTo>
                    <a:pt x="3111" y="5358"/>
                  </a:lnTo>
                  <a:lnTo>
                    <a:pt x="1671" y="5358"/>
                  </a:lnTo>
                  <a:lnTo>
                    <a:pt x="1671" y="5012"/>
                  </a:lnTo>
                  <a:cubicBezTo>
                    <a:pt x="1671" y="4840"/>
                    <a:pt x="1556" y="4724"/>
                    <a:pt x="1441" y="4724"/>
                  </a:cubicBezTo>
                  <a:lnTo>
                    <a:pt x="231" y="4724"/>
                  </a:lnTo>
                  <a:cubicBezTo>
                    <a:pt x="116" y="4724"/>
                    <a:pt x="0" y="4840"/>
                    <a:pt x="0" y="5012"/>
                  </a:cubicBezTo>
                  <a:lnTo>
                    <a:pt x="0" y="6165"/>
                  </a:lnTo>
                  <a:cubicBezTo>
                    <a:pt x="0" y="6337"/>
                    <a:pt x="116" y="6395"/>
                    <a:pt x="231" y="6395"/>
                  </a:cubicBezTo>
                  <a:lnTo>
                    <a:pt x="1441" y="6395"/>
                  </a:lnTo>
                  <a:cubicBezTo>
                    <a:pt x="1556" y="6395"/>
                    <a:pt x="1671" y="6337"/>
                    <a:pt x="1671" y="6165"/>
                  </a:cubicBezTo>
                  <a:lnTo>
                    <a:pt x="1671" y="5819"/>
                  </a:lnTo>
                  <a:lnTo>
                    <a:pt x="6165" y="5819"/>
                  </a:lnTo>
                  <a:lnTo>
                    <a:pt x="6165" y="7663"/>
                  </a:lnTo>
                  <a:lnTo>
                    <a:pt x="3803" y="7663"/>
                  </a:lnTo>
                  <a:lnTo>
                    <a:pt x="3803" y="7259"/>
                  </a:lnTo>
                  <a:cubicBezTo>
                    <a:pt x="3803" y="7144"/>
                    <a:pt x="3688" y="7029"/>
                    <a:pt x="3572" y="7029"/>
                  </a:cubicBezTo>
                  <a:lnTo>
                    <a:pt x="2363" y="7029"/>
                  </a:lnTo>
                  <a:cubicBezTo>
                    <a:pt x="2247" y="7029"/>
                    <a:pt x="2132" y="7144"/>
                    <a:pt x="2132" y="7259"/>
                  </a:cubicBezTo>
                  <a:lnTo>
                    <a:pt x="2132" y="8469"/>
                  </a:lnTo>
                  <a:cubicBezTo>
                    <a:pt x="2132" y="8584"/>
                    <a:pt x="2247" y="8700"/>
                    <a:pt x="2363" y="8700"/>
                  </a:cubicBezTo>
                  <a:lnTo>
                    <a:pt x="3572" y="8700"/>
                  </a:lnTo>
                  <a:cubicBezTo>
                    <a:pt x="3688" y="8700"/>
                    <a:pt x="3803" y="8584"/>
                    <a:pt x="3803" y="8469"/>
                  </a:cubicBezTo>
                  <a:lnTo>
                    <a:pt x="3803" y="8123"/>
                  </a:lnTo>
                  <a:lnTo>
                    <a:pt x="6395" y="8123"/>
                  </a:lnTo>
                  <a:cubicBezTo>
                    <a:pt x="6510" y="8123"/>
                    <a:pt x="6626" y="8008"/>
                    <a:pt x="6626" y="7893"/>
                  </a:cubicBezTo>
                  <a:lnTo>
                    <a:pt x="6626" y="5819"/>
                  </a:lnTo>
                  <a:lnTo>
                    <a:pt x="7836" y="5819"/>
                  </a:lnTo>
                  <a:lnTo>
                    <a:pt x="7836" y="9391"/>
                  </a:lnTo>
                  <a:lnTo>
                    <a:pt x="6971" y="9391"/>
                  </a:lnTo>
                  <a:cubicBezTo>
                    <a:pt x="6683" y="9391"/>
                    <a:pt x="6683" y="9852"/>
                    <a:pt x="6971" y="9852"/>
                  </a:cubicBezTo>
                  <a:lnTo>
                    <a:pt x="8930" y="9852"/>
                  </a:lnTo>
                  <a:lnTo>
                    <a:pt x="8181" y="10946"/>
                  </a:lnTo>
                  <a:lnTo>
                    <a:pt x="4091" y="10946"/>
                  </a:lnTo>
                  <a:lnTo>
                    <a:pt x="4840" y="9852"/>
                  </a:lnTo>
                  <a:lnTo>
                    <a:pt x="5704" y="9852"/>
                  </a:lnTo>
                  <a:cubicBezTo>
                    <a:pt x="5992" y="9852"/>
                    <a:pt x="5992" y="9391"/>
                    <a:pt x="5704" y="9391"/>
                  </a:cubicBezTo>
                  <a:lnTo>
                    <a:pt x="4725" y="9391"/>
                  </a:lnTo>
                  <a:cubicBezTo>
                    <a:pt x="4667" y="9391"/>
                    <a:pt x="4552" y="9448"/>
                    <a:pt x="4552" y="9506"/>
                  </a:cubicBezTo>
                  <a:lnTo>
                    <a:pt x="3400" y="11062"/>
                  </a:lnTo>
                  <a:cubicBezTo>
                    <a:pt x="3342" y="11234"/>
                    <a:pt x="3400" y="11407"/>
                    <a:pt x="3630" y="11407"/>
                  </a:cubicBezTo>
                  <a:lnTo>
                    <a:pt x="4494" y="11407"/>
                  </a:lnTo>
                  <a:lnTo>
                    <a:pt x="4494" y="15901"/>
                  </a:lnTo>
                  <a:cubicBezTo>
                    <a:pt x="4494" y="16016"/>
                    <a:pt x="4609" y="16131"/>
                    <a:pt x="4725" y="16131"/>
                  </a:cubicBezTo>
                  <a:lnTo>
                    <a:pt x="11407" y="16131"/>
                  </a:lnTo>
                  <a:cubicBezTo>
                    <a:pt x="11523" y="16131"/>
                    <a:pt x="11638" y="16016"/>
                    <a:pt x="11638" y="15901"/>
                  </a:cubicBezTo>
                  <a:lnTo>
                    <a:pt x="11638" y="14749"/>
                  </a:lnTo>
                  <a:cubicBezTo>
                    <a:pt x="11638" y="14605"/>
                    <a:pt x="11523" y="14533"/>
                    <a:pt x="11407" y="14533"/>
                  </a:cubicBezTo>
                  <a:cubicBezTo>
                    <a:pt x="11292" y="14533"/>
                    <a:pt x="11177" y="14605"/>
                    <a:pt x="11177" y="14749"/>
                  </a:cubicBezTo>
                  <a:lnTo>
                    <a:pt x="11177" y="15670"/>
                  </a:lnTo>
                  <a:lnTo>
                    <a:pt x="9679" y="15670"/>
                  </a:lnTo>
                  <a:lnTo>
                    <a:pt x="9679" y="10370"/>
                  </a:lnTo>
                  <a:lnTo>
                    <a:pt x="10370" y="11350"/>
                  </a:lnTo>
                  <a:cubicBezTo>
                    <a:pt x="10370" y="11407"/>
                    <a:pt x="10486" y="11407"/>
                    <a:pt x="10543" y="11407"/>
                  </a:cubicBezTo>
                  <a:lnTo>
                    <a:pt x="11177" y="11407"/>
                  </a:lnTo>
                  <a:lnTo>
                    <a:pt x="11177" y="13424"/>
                  </a:lnTo>
                  <a:cubicBezTo>
                    <a:pt x="11177" y="13568"/>
                    <a:pt x="11292" y="13640"/>
                    <a:pt x="11407" y="13640"/>
                  </a:cubicBezTo>
                  <a:cubicBezTo>
                    <a:pt x="11523" y="13640"/>
                    <a:pt x="11638" y="13568"/>
                    <a:pt x="11638" y="13424"/>
                  </a:cubicBezTo>
                  <a:lnTo>
                    <a:pt x="11638" y="11407"/>
                  </a:lnTo>
                  <a:lnTo>
                    <a:pt x="12502" y="11407"/>
                  </a:lnTo>
                  <a:cubicBezTo>
                    <a:pt x="12732" y="11407"/>
                    <a:pt x="12848" y="11234"/>
                    <a:pt x="12732" y="11062"/>
                  </a:cubicBezTo>
                  <a:lnTo>
                    <a:pt x="11638" y="9506"/>
                  </a:lnTo>
                  <a:cubicBezTo>
                    <a:pt x="11580" y="9448"/>
                    <a:pt x="11523" y="9391"/>
                    <a:pt x="11407" y="9391"/>
                  </a:cubicBezTo>
                  <a:lnTo>
                    <a:pt x="8296" y="9391"/>
                  </a:lnTo>
                  <a:lnTo>
                    <a:pt x="8296" y="5819"/>
                  </a:lnTo>
                  <a:lnTo>
                    <a:pt x="9506" y="5819"/>
                  </a:lnTo>
                  <a:lnTo>
                    <a:pt x="9506" y="7893"/>
                  </a:lnTo>
                  <a:cubicBezTo>
                    <a:pt x="9506" y="8008"/>
                    <a:pt x="9621" y="8123"/>
                    <a:pt x="9737" y="8123"/>
                  </a:cubicBezTo>
                  <a:lnTo>
                    <a:pt x="12329" y="8123"/>
                  </a:lnTo>
                  <a:lnTo>
                    <a:pt x="12329" y="8469"/>
                  </a:lnTo>
                  <a:cubicBezTo>
                    <a:pt x="12329" y="8584"/>
                    <a:pt x="12444" y="8700"/>
                    <a:pt x="12560" y="8700"/>
                  </a:cubicBezTo>
                  <a:lnTo>
                    <a:pt x="13769" y="8700"/>
                  </a:lnTo>
                  <a:cubicBezTo>
                    <a:pt x="13885" y="8700"/>
                    <a:pt x="14000" y="8584"/>
                    <a:pt x="14000" y="8469"/>
                  </a:cubicBezTo>
                  <a:lnTo>
                    <a:pt x="14000" y="7259"/>
                  </a:lnTo>
                  <a:cubicBezTo>
                    <a:pt x="14000" y="7144"/>
                    <a:pt x="13885" y="7029"/>
                    <a:pt x="13769" y="7029"/>
                  </a:cubicBezTo>
                  <a:lnTo>
                    <a:pt x="12560" y="7029"/>
                  </a:lnTo>
                  <a:cubicBezTo>
                    <a:pt x="12444" y="7029"/>
                    <a:pt x="12329" y="7144"/>
                    <a:pt x="12329" y="7259"/>
                  </a:cubicBezTo>
                  <a:lnTo>
                    <a:pt x="12329" y="7605"/>
                  </a:lnTo>
                  <a:lnTo>
                    <a:pt x="9967" y="7605"/>
                  </a:lnTo>
                  <a:lnTo>
                    <a:pt x="9967" y="5819"/>
                  </a:lnTo>
                  <a:lnTo>
                    <a:pt x="14461" y="5819"/>
                  </a:lnTo>
                  <a:lnTo>
                    <a:pt x="14461" y="6165"/>
                  </a:lnTo>
                  <a:cubicBezTo>
                    <a:pt x="14461" y="6280"/>
                    <a:pt x="14576" y="6395"/>
                    <a:pt x="14691" y="6395"/>
                  </a:cubicBezTo>
                  <a:lnTo>
                    <a:pt x="15901" y="6395"/>
                  </a:lnTo>
                  <a:cubicBezTo>
                    <a:pt x="16016" y="6395"/>
                    <a:pt x="16132" y="6280"/>
                    <a:pt x="16132" y="6165"/>
                  </a:cubicBezTo>
                  <a:lnTo>
                    <a:pt x="16132" y="4955"/>
                  </a:lnTo>
                  <a:cubicBezTo>
                    <a:pt x="16132" y="4840"/>
                    <a:pt x="16016" y="4724"/>
                    <a:pt x="15901" y="4724"/>
                  </a:cubicBezTo>
                  <a:lnTo>
                    <a:pt x="14691" y="4724"/>
                  </a:lnTo>
                  <a:cubicBezTo>
                    <a:pt x="14576" y="4724"/>
                    <a:pt x="14461" y="4840"/>
                    <a:pt x="14461" y="4955"/>
                  </a:cubicBezTo>
                  <a:lnTo>
                    <a:pt x="14461" y="5358"/>
                  </a:lnTo>
                  <a:lnTo>
                    <a:pt x="13021" y="5358"/>
                  </a:lnTo>
                  <a:lnTo>
                    <a:pt x="13021" y="2823"/>
                  </a:lnTo>
                  <a:lnTo>
                    <a:pt x="13424" y="2823"/>
                  </a:lnTo>
                  <a:cubicBezTo>
                    <a:pt x="13539" y="2823"/>
                    <a:pt x="13654" y="2708"/>
                    <a:pt x="13654" y="2593"/>
                  </a:cubicBezTo>
                  <a:lnTo>
                    <a:pt x="13654" y="1383"/>
                  </a:lnTo>
                  <a:cubicBezTo>
                    <a:pt x="13654" y="1268"/>
                    <a:pt x="13539" y="1153"/>
                    <a:pt x="13424" y="1153"/>
                  </a:cubicBezTo>
                  <a:lnTo>
                    <a:pt x="12214" y="1153"/>
                  </a:lnTo>
                  <a:cubicBezTo>
                    <a:pt x="12099" y="1153"/>
                    <a:pt x="11984" y="1268"/>
                    <a:pt x="11984" y="1383"/>
                  </a:cubicBezTo>
                  <a:lnTo>
                    <a:pt x="11984" y="2593"/>
                  </a:lnTo>
                  <a:cubicBezTo>
                    <a:pt x="11984" y="2708"/>
                    <a:pt x="12099" y="2823"/>
                    <a:pt x="12214" y="2823"/>
                  </a:cubicBezTo>
                  <a:lnTo>
                    <a:pt x="12560" y="2823"/>
                  </a:lnTo>
                  <a:lnTo>
                    <a:pt x="12560" y="5358"/>
                  </a:lnTo>
                  <a:lnTo>
                    <a:pt x="8296" y="5358"/>
                  </a:lnTo>
                  <a:lnTo>
                    <a:pt x="8296" y="3745"/>
                  </a:lnTo>
                  <a:lnTo>
                    <a:pt x="9276" y="3745"/>
                  </a:lnTo>
                  <a:lnTo>
                    <a:pt x="9276" y="4091"/>
                  </a:lnTo>
                  <a:cubicBezTo>
                    <a:pt x="9276" y="4206"/>
                    <a:pt x="9391" y="4321"/>
                    <a:pt x="9506" y="4321"/>
                  </a:cubicBezTo>
                  <a:lnTo>
                    <a:pt x="10716" y="4321"/>
                  </a:lnTo>
                  <a:cubicBezTo>
                    <a:pt x="10831" y="4321"/>
                    <a:pt x="10947" y="4206"/>
                    <a:pt x="10947" y="4091"/>
                  </a:cubicBezTo>
                  <a:lnTo>
                    <a:pt x="10947" y="2881"/>
                  </a:lnTo>
                  <a:cubicBezTo>
                    <a:pt x="10947" y="2766"/>
                    <a:pt x="10831" y="2650"/>
                    <a:pt x="10716" y="2650"/>
                  </a:cubicBezTo>
                  <a:lnTo>
                    <a:pt x="9506" y="2650"/>
                  </a:lnTo>
                  <a:cubicBezTo>
                    <a:pt x="9391" y="2650"/>
                    <a:pt x="9276" y="2766"/>
                    <a:pt x="9276" y="2881"/>
                  </a:cubicBezTo>
                  <a:lnTo>
                    <a:pt x="9276" y="3227"/>
                  </a:lnTo>
                  <a:lnTo>
                    <a:pt x="8296" y="3227"/>
                  </a:lnTo>
                  <a:lnTo>
                    <a:pt x="8296" y="1671"/>
                  </a:lnTo>
                  <a:lnTo>
                    <a:pt x="8700" y="1671"/>
                  </a:lnTo>
                  <a:cubicBezTo>
                    <a:pt x="8815" y="1671"/>
                    <a:pt x="8930" y="1556"/>
                    <a:pt x="8930" y="1441"/>
                  </a:cubicBezTo>
                  <a:lnTo>
                    <a:pt x="8930" y="288"/>
                  </a:lnTo>
                  <a:cubicBezTo>
                    <a:pt x="8930" y="116"/>
                    <a:pt x="8815" y="0"/>
                    <a:pt x="87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97" name="Google Shape;597;p43"/>
          <p:cNvGrpSpPr/>
          <p:nvPr/>
        </p:nvGrpSpPr>
        <p:grpSpPr>
          <a:xfrm>
            <a:off x="3120379" y="888605"/>
            <a:ext cx="707400" cy="707400"/>
            <a:chOff x="3058853" y="1883746"/>
            <a:chExt cx="707400" cy="707400"/>
          </a:xfrm>
        </p:grpSpPr>
        <p:sp>
          <p:nvSpPr>
            <p:cNvPr id="598" name="Google Shape;598;p43"/>
            <p:cNvSpPr/>
            <p:nvPr/>
          </p:nvSpPr>
          <p:spPr>
            <a:xfrm rot="5400000">
              <a:off x="3058853" y="1883746"/>
              <a:ext cx="707400" cy="707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9" name="Google Shape;599;p43"/>
            <p:cNvGrpSpPr/>
            <p:nvPr/>
          </p:nvGrpSpPr>
          <p:grpSpPr>
            <a:xfrm>
              <a:off x="3208738" y="2036388"/>
              <a:ext cx="407625" cy="402125"/>
              <a:chOff x="1675500" y="2075525"/>
              <a:chExt cx="407625" cy="402125"/>
            </a:xfrm>
          </p:grpSpPr>
          <p:sp>
            <p:nvSpPr>
              <p:cNvPr id="600" name="Google Shape;600;p43"/>
              <p:cNvSpPr/>
              <p:nvPr/>
            </p:nvSpPr>
            <p:spPr>
              <a:xfrm>
                <a:off x="1727350" y="2145975"/>
                <a:ext cx="146925" cy="105175"/>
              </a:xfrm>
              <a:custGeom>
                <a:avLst/>
                <a:gdLst/>
                <a:ahLst/>
                <a:cxnLst/>
                <a:rect l="l" t="t" r="r" b="b"/>
                <a:pathLst>
                  <a:path w="5877" h="4207" extrusionOk="0">
                    <a:moveTo>
                      <a:pt x="3284" y="519"/>
                    </a:moveTo>
                    <a:lnTo>
                      <a:pt x="2996" y="980"/>
                    </a:lnTo>
                    <a:lnTo>
                      <a:pt x="750" y="980"/>
                    </a:lnTo>
                    <a:lnTo>
                      <a:pt x="1038" y="519"/>
                    </a:lnTo>
                    <a:close/>
                    <a:moveTo>
                      <a:pt x="4840" y="519"/>
                    </a:moveTo>
                    <a:lnTo>
                      <a:pt x="5128" y="980"/>
                    </a:lnTo>
                    <a:lnTo>
                      <a:pt x="4552" y="980"/>
                    </a:lnTo>
                    <a:lnTo>
                      <a:pt x="4206" y="519"/>
                    </a:lnTo>
                    <a:close/>
                    <a:moveTo>
                      <a:pt x="3515" y="980"/>
                    </a:moveTo>
                    <a:lnTo>
                      <a:pt x="3515" y="3746"/>
                    </a:lnTo>
                    <a:lnTo>
                      <a:pt x="1153" y="3746"/>
                    </a:lnTo>
                    <a:lnTo>
                      <a:pt x="1153" y="1441"/>
                    </a:lnTo>
                    <a:lnTo>
                      <a:pt x="3054" y="1441"/>
                    </a:lnTo>
                    <a:cubicBezTo>
                      <a:pt x="3169" y="1441"/>
                      <a:pt x="3227" y="1384"/>
                      <a:pt x="3284" y="1326"/>
                    </a:cubicBezTo>
                    <a:lnTo>
                      <a:pt x="3515" y="980"/>
                    </a:lnTo>
                    <a:close/>
                    <a:moveTo>
                      <a:pt x="3976" y="980"/>
                    </a:moveTo>
                    <a:lnTo>
                      <a:pt x="4206" y="1326"/>
                    </a:lnTo>
                    <a:cubicBezTo>
                      <a:pt x="4264" y="1384"/>
                      <a:pt x="4321" y="1384"/>
                      <a:pt x="4379" y="1384"/>
                    </a:cubicBezTo>
                    <a:lnTo>
                      <a:pt x="4725" y="1384"/>
                    </a:lnTo>
                    <a:lnTo>
                      <a:pt x="4725" y="3746"/>
                    </a:lnTo>
                    <a:lnTo>
                      <a:pt x="3976" y="3746"/>
                    </a:lnTo>
                    <a:lnTo>
                      <a:pt x="3976" y="980"/>
                    </a:lnTo>
                    <a:close/>
                    <a:moveTo>
                      <a:pt x="922" y="1"/>
                    </a:moveTo>
                    <a:cubicBezTo>
                      <a:pt x="865" y="1"/>
                      <a:pt x="807" y="59"/>
                      <a:pt x="750" y="116"/>
                    </a:cubicBezTo>
                    <a:lnTo>
                      <a:pt x="58" y="1038"/>
                    </a:lnTo>
                    <a:cubicBezTo>
                      <a:pt x="1" y="1153"/>
                      <a:pt x="1" y="1268"/>
                      <a:pt x="116" y="1326"/>
                    </a:cubicBezTo>
                    <a:lnTo>
                      <a:pt x="116" y="1384"/>
                    </a:lnTo>
                    <a:cubicBezTo>
                      <a:pt x="173" y="1384"/>
                      <a:pt x="231" y="1441"/>
                      <a:pt x="289" y="1441"/>
                    </a:cubicBezTo>
                    <a:lnTo>
                      <a:pt x="692" y="1441"/>
                    </a:lnTo>
                    <a:lnTo>
                      <a:pt x="692" y="3976"/>
                    </a:lnTo>
                    <a:cubicBezTo>
                      <a:pt x="692" y="4091"/>
                      <a:pt x="807" y="4206"/>
                      <a:pt x="922" y="4206"/>
                    </a:cubicBezTo>
                    <a:lnTo>
                      <a:pt x="4955" y="4206"/>
                    </a:lnTo>
                    <a:cubicBezTo>
                      <a:pt x="5070" y="4206"/>
                      <a:pt x="5186" y="4091"/>
                      <a:pt x="5186" y="3976"/>
                    </a:cubicBezTo>
                    <a:lnTo>
                      <a:pt x="5186" y="1384"/>
                    </a:lnTo>
                    <a:lnTo>
                      <a:pt x="5589" y="1384"/>
                    </a:lnTo>
                    <a:cubicBezTo>
                      <a:pt x="5762" y="1384"/>
                      <a:pt x="5877" y="1211"/>
                      <a:pt x="5819" y="1038"/>
                    </a:cubicBezTo>
                    <a:lnTo>
                      <a:pt x="5128" y="116"/>
                    </a:lnTo>
                    <a:cubicBezTo>
                      <a:pt x="5070" y="59"/>
                      <a:pt x="5013" y="1"/>
                      <a:pt x="49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43"/>
              <p:cNvSpPr/>
              <p:nvPr/>
            </p:nvSpPr>
            <p:spPr>
              <a:xfrm>
                <a:off x="1675500" y="2075525"/>
                <a:ext cx="407625" cy="402125"/>
              </a:xfrm>
              <a:custGeom>
                <a:avLst/>
                <a:gdLst/>
                <a:ahLst/>
                <a:cxnLst/>
                <a:rect l="l" t="t" r="r" b="b"/>
                <a:pathLst>
                  <a:path w="16305" h="16085" extrusionOk="0">
                    <a:moveTo>
                      <a:pt x="11262" y="5774"/>
                    </a:moveTo>
                    <a:cubicBezTo>
                      <a:pt x="11732" y="5774"/>
                      <a:pt x="12208" y="5847"/>
                      <a:pt x="12675" y="5987"/>
                    </a:cubicBezTo>
                    <a:cubicBezTo>
                      <a:pt x="13770" y="6333"/>
                      <a:pt x="14691" y="7140"/>
                      <a:pt x="15210" y="8177"/>
                    </a:cubicBezTo>
                    <a:cubicBezTo>
                      <a:pt x="15671" y="9098"/>
                      <a:pt x="15844" y="10078"/>
                      <a:pt x="15613" y="11057"/>
                    </a:cubicBezTo>
                    <a:lnTo>
                      <a:pt x="15671" y="11057"/>
                    </a:lnTo>
                    <a:cubicBezTo>
                      <a:pt x="15440" y="12037"/>
                      <a:pt x="14922" y="12901"/>
                      <a:pt x="14231" y="13534"/>
                    </a:cubicBezTo>
                    <a:cubicBezTo>
                      <a:pt x="14173" y="13592"/>
                      <a:pt x="14115" y="13650"/>
                      <a:pt x="14115" y="13707"/>
                    </a:cubicBezTo>
                    <a:lnTo>
                      <a:pt x="14115" y="15436"/>
                    </a:lnTo>
                    <a:lnTo>
                      <a:pt x="12502" y="14514"/>
                    </a:lnTo>
                    <a:lnTo>
                      <a:pt x="12329" y="14514"/>
                    </a:lnTo>
                    <a:cubicBezTo>
                      <a:pt x="11993" y="14593"/>
                      <a:pt x="11657" y="14631"/>
                      <a:pt x="11324" y="14631"/>
                    </a:cubicBezTo>
                    <a:cubicBezTo>
                      <a:pt x="10685" y="14631"/>
                      <a:pt x="10054" y="14491"/>
                      <a:pt x="9449" y="14226"/>
                    </a:cubicBezTo>
                    <a:cubicBezTo>
                      <a:pt x="8527" y="13823"/>
                      <a:pt x="7836" y="13131"/>
                      <a:pt x="7375" y="12209"/>
                    </a:cubicBezTo>
                    <a:cubicBezTo>
                      <a:pt x="6223" y="10020"/>
                      <a:pt x="7087" y="7370"/>
                      <a:pt x="9276" y="6276"/>
                    </a:cubicBezTo>
                    <a:cubicBezTo>
                      <a:pt x="9893" y="5933"/>
                      <a:pt x="10571" y="5774"/>
                      <a:pt x="11262" y="5774"/>
                    </a:cubicBezTo>
                    <a:close/>
                    <a:moveTo>
                      <a:pt x="4994" y="1"/>
                    </a:moveTo>
                    <a:cubicBezTo>
                      <a:pt x="4318" y="1"/>
                      <a:pt x="3638" y="132"/>
                      <a:pt x="2996" y="399"/>
                    </a:cubicBezTo>
                    <a:cubicBezTo>
                      <a:pt x="2743" y="551"/>
                      <a:pt x="2890" y="881"/>
                      <a:pt x="3125" y="881"/>
                    </a:cubicBezTo>
                    <a:cubicBezTo>
                      <a:pt x="3158" y="881"/>
                      <a:pt x="3192" y="874"/>
                      <a:pt x="3227" y="860"/>
                    </a:cubicBezTo>
                    <a:cubicBezTo>
                      <a:pt x="3789" y="593"/>
                      <a:pt x="4388" y="462"/>
                      <a:pt x="4989" y="462"/>
                    </a:cubicBezTo>
                    <a:cubicBezTo>
                      <a:pt x="5684" y="462"/>
                      <a:pt x="6381" y="636"/>
                      <a:pt x="7029" y="975"/>
                    </a:cubicBezTo>
                    <a:cubicBezTo>
                      <a:pt x="8758" y="1840"/>
                      <a:pt x="9737" y="3798"/>
                      <a:pt x="9391" y="5699"/>
                    </a:cubicBezTo>
                    <a:cubicBezTo>
                      <a:pt x="7951" y="6276"/>
                      <a:pt x="6914" y="7543"/>
                      <a:pt x="6511" y="9041"/>
                    </a:cubicBezTo>
                    <a:cubicBezTo>
                      <a:pt x="6007" y="9221"/>
                      <a:pt x="5480" y="9311"/>
                      <a:pt x="4945" y="9311"/>
                    </a:cubicBezTo>
                    <a:cubicBezTo>
                      <a:pt x="4624" y="9311"/>
                      <a:pt x="4300" y="9278"/>
                      <a:pt x="3976" y="9214"/>
                    </a:cubicBezTo>
                    <a:lnTo>
                      <a:pt x="3803" y="9214"/>
                    </a:lnTo>
                    <a:lnTo>
                      <a:pt x="2190" y="10135"/>
                    </a:lnTo>
                    <a:lnTo>
                      <a:pt x="2190" y="8407"/>
                    </a:lnTo>
                    <a:cubicBezTo>
                      <a:pt x="2190" y="8350"/>
                      <a:pt x="2132" y="8292"/>
                      <a:pt x="2132" y="8234"/>
                    </a:cubicBezTo>
                    <a:cubicBezTo>
                      <a:pt x="1383" y="7601"/>
                      <a:pt x="865" y="6736"/>
                      <a:pt x="692" y="5757"/>
                    </a:cubicBezTo>
                    <a:cubicBezTo>
                      <a:pt x="462" y="4778"/>
                      <a:pt x="634" y="3798"/>
                      <a:pt x="1095" y="2877"/>
                    </a:cubicBezTo>
                    <a:cubicBezTo>
                      <a:pt x="1326" y="2358"/>
                      <a:pt x="1729" y="1897"/>
                      <a:pt x="2190" y="1494"/>
                    </a:cubicBezTo>
                    <a:cubicBezTo>
                      <a:pt x="2376" y="1354"/>
                      <a:pt x="2186" y="1101"/>
                      <a:pt x="1984" y="1101"/>
                    </a:cubicBezTo>
                    <a:cubicBezTo>
                      <a:pt x="1936" y="1101"/>
                      <a:pt x="1888" y="1115"/>
                      <a:pt x="1844" y="1148"/>
                    </a:cubicBezTo>
                    <a:cubicBezTo>
                      <a:pt x="1383" y="1551"/>
                      <a:pt x="980" y="2070"/>
                      <a:pt x="634" y="2646"/>
                    </a:cubicBezTo>
                    <a:cubicBezTo>
                      <a:pt x="116" y="3683"/>
                      <a:pt x="1" y="4778"/>
                      <a:pt x="231" y="5872"/>
                    </a:cubicBezTo>
                    <a:cubicBezTo>
                      <a:pt x="404" y="6852"/>
                      <a:pt x="922" y="7831"/>
                      <a:pt x="1729" y="8522"/>
                    </a:cubicBezTo>
                    <a:lnTo>
                      <a:pt x="1729" y="10539"/>
                    </a:lnTo>
                    <a:cubicBezTo>
                      <a:pt x="1729" y="10681"/>
                      <a:pt x="1846" y="10784"/>
                      <a:pt x="1984" y="10784"/>
                    </a:cubicBezTo>
                    <a:cubicBezTo>
                      <a:pt x="2013" y="10784"/>
                      <a:pt x="2044" y="10779"/>
                      <a:pt x="2075" y="10769"/>
                    </a:cubicBezTo>
                    <a:lnTo>
                      <a:pt x="3976" y="9675"/>
                    </a:lnTo>
                    <a:cubicBezTo>
                      <a:pt x="4350" y="9755"/>
                      <a:pt x="4737" y="9798"/>
                      <a:pt x="5124" y="9798"/>
                    </a:cubicBezTo>
                    <a:cubicBezTo>
                      <a:pt x="5572" y="9798"/>
                      <a:pt x="6021" y="9740"/>
                      <a:pt x="6453" y="9617"/>
                    </a:cubicBezTo>
                    <a:lnTo>
                      <a:pt x="6453" y="9617"/>
                    </a:lnTo>
                    <a:cubicBezTo>
                      <a:pt x="6338" y="10539"/>
                      <a:pt x="6453" y="11518"/>
                      <a:pt x="6914" y="12440"/>
                    </a:cubicBezTo>
                    <a:cubicBezTo>
                      <a:pt x="7432" y="13419"/>
                      <a:pt x="8239" y="14226"/>
                      <a:pt x="9276" y="14687"/>
                    </a:cubicBezTo>
                    <a:cubicBezTo>
                      <a:pt x="9919" y="14952"/>
                      <a:pt x="10588" y="15092"/>
                      <a:pt x="11264" y="15092"/>
                    </a:cubicBezTo>
                    <a:cubicBezTo>
                      <a:pt x="11618" y="15092"/>
                      <a:pt x="11974" y="15054"/>
                      <a:pt x="12329" y="14975"/>
                    </a:cubicBezTo>
                    <a:lnTo>
                      <a:pt x="14231" y="16069"/>
                    </a:lnTo>
                    <a:cubicBezTo>
                      <a:pt x="14261" y="16080"/>
                      <a:pt x="14292" y="16084"/>
                      <a:pt x="14321" y="16084"/>
                    </a:cubicBezTo>
                    <a:cubicBezTo>
                      <a:pt x="14459" y="16084"/>
                      <a:pt x="14576" y="15981"/>
                      <a:pt x="14576" y="15839"/>
                    </a:cubicBezTo>
                    <a:lnTo>
                      <a:pt x="14576" y="13823"/>
                    </a:lnTo>
                    <a:cubicBezTo>
                      <a:pt x="15383" y="13131"/>
                      <a:pt x="15901" y="12152"/>
                      <a:pt x="16132" y="11172"/>
                    </a:cubicBezTo>
                    <a:cubicBezTo>
                      <a:pt x="16305" y="10078"/>
                      <a:pt x="16189" y="8926"/>
                      <a:pt x="15671" y="7946"/>
                    </a:cubicBezTo>
                    <a:cubicBezTo>
                      <a:pt x="14810" y="6271"/>
                      <a:pt x="13096" y="5307"/>
                      <a:pt x="11338" y="5307"/>
                    </a:cubicBezTo>
                    <a:cubicBezTo>
                      <a:pt x="10860" y="5307"/>
                      <a:pt x="10378" y="5379"/>
                      <a:pt x="9910" y="5527"/>
                    </a:cubicBezTo>
                    <a:cubicBezTo>
                      <a:pt x="10140" y="3510"/>
                      <a:pt x="9103" y="1494"/>
                      <a:pt x="7260" y="514"/>
                    </a:cubicBezTo>
                    <a:cubicBezTo>
                      <a:pt x="6550" y="175"/>
                      <a:pt x="5774" y="1"/>
                      <a:pt x="49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43"/>
              <p:cNvSpPr/>
              <p:nvPr/>
            </p:nvSpPr>
            <p:spPr>
              <a:xfrm>
                <a:off x="1895875" y="2269850"/>
                <a:ext cx="123875" cy="122450"/>
              </a:xfrm>
              <a:custGeom>
                <a:avLst/>
                <a:gdLst/>
                <a:ahLst/>
                <a:cxnLst/>
                <a:rect l="l" t="t" r="r" b="b"/>
                <a:pathLst>
                  <a:path w="4955" h="4898" extrusionOk="0">
                    <a:moveTo>
                      <a:pt x="2477" y="0"/>
                    </a:moveTo>
                    <a:cubicBezTo>
                      <a:pt x="1152" y="0"/>
                      <a:pt x="0" y="1095"/>
                      <a:pt x="0" y="2420"/>
                    </a:cubicBezTo>
                    <a:cubicBezTo>
                      <a:pt x="0" y="3803"/>
                      <a:pt x="1152" y="4897"/>
                      <a:pt x="2477" y="4897"/>
                    </a:cubicBezTo>
                    <a:cubicBezTo>
                      <a:pt x="2938" y="4897"/>
                      <a:pt x="3399" y="4782"/>
                      <a:pt x="3802" y="4494"/>
                    </a:cubicBezTo>
                    <a:cubicBezTo>
                      <a:pt x="3994" y="4351"/>
                      <a:pt x="3868" y="4049"/>
                      <a:pt x="3687" y="4049"/>
                    </a:cubicBezTo>
                    <a:cubicBezTo>
                      <a:pt x="3650" y="4049"/>
                      <a:pt x="3611" y="4061"/>
                      <a:pt x="3572" y="4091"/>
                    </a:cubicBezTo>
                    <a:cubicBezTo>
                      <a:pt x="3226" y="4321"/>
                      <a:pt x="2881" y="4436"/>
                      <a:pt x="2477" y="4436"/>
                    </a:cubicBezTo>
                    <a:cubicBezTo>
                      <a:pt x="1383" y="4436"/>
                      <a:pt x="519" y="3515"/>
                      <a:pt x="519" y="2420"/>
                    </a:cubicBezTo>
                    <a:cubicBezTo>
                      <a:pt x="519" y="1325"/>
                      <a:pt x="1383" y="461"/>
                      <a:pt x="2477" y="461"/>
                    </a:cubicBezTo>
                    <a:cubicBezTo>
                      <a:pt x="3572" y="461"/>
                      <a:pt x="4494" y="1325"/>
                      <a:pt x="4494" y="2420"/>
                    </a:cubicBezTo>
                    <a:cubicBezTo>
                      <a:pt x="4494" y="2766"/>
                      <a:pt x="4379" y="3054"/>
                      <a:pt x="4263" y="3342"/>
                    </a:cubicBezTo>
                    <a:cubicBezTo>
                      <a:pt x="4146" y="3537"/>
                      <a:pt x="4320" y="3679"/>
                      <a:pt x="4480" y="3679"/>
                    </a:cubicBezTo>
                    <a:cubicBezTo>
                      <a:pt x="4556" y="3679"/>
                      <a:pt x="4629" y="3647"/>
                      <a:pt x="4667" y="3572"/>
                    </a:cubicBezTo>
                    <a:cubicBezTo>
                      <a:pt x="4839" y="3169"/>
                      <a:pt x="4955" y="2823"/>
                      <a:pt x="4955" y="2420"/>
                    </a:cubicBezTo>
                    <a:cubicBezTo>
                      <a:pt x="4955" y="1095"/>
                      <a:pt x="3860" y="0"/>
                      <a:pt x="24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43"/>
              <p:cNvSpPr/>
              <p:nvPr/>
            </p:nvSpPr>
            <p:spPr>
              <a:xfrm>
                <a:off x="1939075" y="2294700"/>
                <a:ext cx="38900" cy="74550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2982" extrusionOk="0">
                    <a:moveTo>
                      <a:pt x="778" y="0"/>
                    </a:moveTo>
                    <a:cubicBezTo>
                      <a:pt x="649" y="0"/>
                      <a:pt x="519" y="72"/>
                      <a:pt x="519" y="216"/>
                    </a:cubicBezTo>
                    <a:lnTo>
                      <a:pt x="519" y="331"/>
                    </a:lnTo>
                    <a:cubicBezTo>
                      <a:pt x="289" y="447"/>
                      <a:pt x="173" y="620"/>
                      <a:pt x="116" y="850"/>
                    </a:cubicBezTo>
                    <a:cubicBezTo>
                      <a:pt x="58" y="1080"/>
                      <a:pt x="116" y="1253"/>
                      <a:pt x="289" y="1426"/>
                    </a:cubicBezTo>
                    <a:cubicBezTo>
                      <a:pt x="461" y="1541"/>
                      <a:pt x="634" y="1599"/>
                      <a:pt x="865" y="1714"/>
                    </a:cubicBezTo>
                    <a:cubicBezTo>
                      <a:pt x="1037" y="1714"/>
                      <a:pt x="1037" y="1829"/>
                      <a:pt x="1037" y="1945"/>
                    </a:cubicBezTo>
                    <a:cubicBezTo>
                      <a:pt x="980" y="2002"/>
                      <a:pt x="922" y="2117"/>
                      <a:pt x="749" y="2117"/>
                    </a:cubicBezTo>
                    <a:cubicBezTo>
                      <a:pt x="577" y="2117"/>
                      <a:pt x="519" y="2117"/>
                      <a:pt x="404" y="2060"/>
                    </a:cubicBezTo>
                    <a:cubicBezTo>
                      <a:pt x="356" y="2036"/>
                      <a:pt x="308" y="2022"/>
                      <a:pt x="265" y="2022"/>
                    </a:cubicBezTo>
                    <a:cubicBezTo>
                      <a:pt x="203" y="2022"/>
                      <a:pt x="149" y="2050"/>
                      <a:pt x="116" y="2117"/>
                    </a:cubicBezTo>
                    <a:cubicBezTo>
                      <a:pt x="0" y="2233"/>
                      <a:pt x="0" y="2348"/>
                      <a:pt x="116" y="2463"/>
                    </a:cubicBezTo>
                    <a:cubicBezTo>
                      <a:pt x="289" y="2521"/>
                      <a:pt x="404" y="2578"/>
                      <a:pt x="519" y="2578"/>
                    </a:cubicBezTo>
                    <a:lnTo>
                      <a:pt x="519" y="2693"/>
                    </a:lnTo>
                    <a:cubicBezTo>
                      <a:pt x="519" y="2866"/>
                      <a:pt x="634" y="2982"/>
                      <a:pt x="749" y="2982"/>
                    </a:cubicBezTo>
                    <a:lnTo>
                      <a:pt x="749" y="2924"/>
                    </a:lnTo>
                    <a:cubicBezTo>
                      <a:pt x="865" y="2924"/>
                      <a:pt x="980" y="2866"/>
                      <a:pt x="980" y="2693"/>
                    </a:cubicBezTo>
                    <a:lnTo>
                      <a:pt x="980" y="2578"/>
                    </a:lnTo>
                    <a:cubicBezTo>
                      <a:pt x="980" y="2578"/>
                      <a:pt x="1441" y="2233"/>
                      <a:pt x="1498" y="2002"/>
                    </a:cubicBezTo>
                    <a:cubicBezTo>
                      <a:pt x="1556" y="1657"/>
                      <a:pt x="1383" y="1368"/>
                      <a:pt x="1037" y="1253"/>
                    </a:cubicBezTo>
                    <a:cubicBezTo>
                      <a:pt x="865" y="1196"/>
                      <a:pt x="692" y="1080"/>
                      <a:pt x="577" y="1023"/>
                    </a:cubicBezTo>
                    <a:cubicBezTo>
                      <a:pt x="577" y="1023"/>
                      <a:pt x="577" y="965"/>
                      <a:pt x="577" y="908"/>
                    </a:cubicBezTo>
                    <a:cubicBezTo>
                      <a:pt x="577" y="908"/>
                      <a:pt x="577" y="792"/>
                      <a:pt x="692" y="792"/>
                    </a:cubicBezTo>
                    <a:cubicBezTo>
                      <a:pt x="726" y="781"/>
                      <a:pt x="759" y="776"/>
                      <a:pt x="788" y="776"/>
                    </a:cubicBezTo>
                    <a:cubicBezTo>
                      <a:pt x="906" y="776"/>
                      <a:pt x="980" y="850"/>
                      <a:pt x="980" y="850"/>
                    </a:cubicBezTo>
                    <a:cubicBezTo>
                      <a:pt x="980" y="850"/>
                      <a:pt x="1036" y="888"/>
                      <a:pt x="1106" y="888"/>
                    </a:cubicBezTo>
                    <a:cubicBezTo>
                      <a:pt x="1159" y="888"/>
                      <a:pt x="1219" y="866"/>
                      <a:pt x="1268" y="792"/>
                    </a:cubicBezTo>
                    <a:cubicBezTo>
                      <a:pt x="1441" y="677"/>
                      <a:pt x="1326" y="504"/>
                      <a:pt x="1326" y="504"/>
                    </a:cubicBezTo>
                    <a:cubicBezTo>
                      <a:pt x="1268" y="447"/>
                      <a:pt x="1037" y="331"/>
                      <a:pt x="1037" y="331"/>
                    </a:cubicBezTo>
                    <a:lnTo>
                      <a:pt x="1037" y="216"/>
                    </a:lnTo>
                    <a:cubicBezTo>
                      <a:pt x="1037" y="72"/>
                      <a:pt x="908" y="0"/>
                      <a:pt x="77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4" name="Google Shape;604;p43"/>
          <p:cNvGrpSpPr/>
          <p:nvPr/>
        </p:nvGrpSpPr>
        <p:grpSpPr>
          <a:xfrm rot="-2700000" flipH="1">
            <a:off x="4014125" y="731921"/>
            <a:ext cx="1010017" cy="994137"/>
            <a:chOff x="3741950" y="353925"/>
            <a:chExt cx="1045775" cy="1045625"/>
          </a:xfrm>
        </p:grpSpPr>
        <p:sp>
          <p:nvSpPr>
            <p:cNvPr id="605" name="Google Shape;605;p43"/>
            <p:cNvSpPr/>
            <p:nvPr/>
          </p:nvSpPr>
          <p:spPr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3"/>
            <p:cNvSpPr/>
            <p:nvPr/>
          </p:nvSpPr>
          <p:spPr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7" name="Google Shape;607;p43"/>
            <p:cNvSpPr/>
            <p:nvPr/>
          </p:nvSpPr>
          <p:spPr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" name="Google Shape;608;p43"/>
          <p:cNvGrpSpPr/>
          <p:nvPr/>
        </p:nvGrpSpPr>
        <p:grpSpPr>
          <a:xfrm rot="-2700000" flipH="1">
            <a:off x="4046740" y="2729503"/>
            <a:ext cx="1045765" cy="1045615"/>
            <a:chOff x="3741950" y="353925"/>
            <a:chExt cx="1045775" cy="1045625"/>
          </a:xfrm>
        </p:grpSpPr>
        <p:sp>
          <p:nvSpPr>
            <p:cNvPr id="609" name="Google Shape;609;p43"/>
            <p:cNvSpPr/>
            <p:nvPr/>
          </p:nvSpPr>
          <p:spPr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3"/>
            <p:cNvSpPr/>
            <p:nvPr/>
          </p:nvSpPr>
          <p:spPr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3"/>
            <p:cNvSpPr/>
            <p:nvPr/>
          </p:nvSpPr>
          <p:spPr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D72A9E3-698C-95EC-325E-705A9E315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747520" cy="640099"/>
          </a:xfrm>
          <a:prstGeom prst="rect">
            <a:avLst/>
          </a:prstGeom>
        </p:spPr>
      </p:pic>
      <p:grpSp>
        <p:nvGrpSpPr>
          <p:cNvPr id="3" name="Google Shape;574;p43"/>
          <p:cNvGrpSpPr/>
          <p:nvPr/>
        </p:nvGrpSpPr>
        <p:grpSpPr>
          <a:xfrm>
            <a:off x="5199055" y="2746565"/>
            <a:ext cx="707400" cy="707400"/>
            <a:chOff x="5374953" y="3440046"/>
            <a:chExt cx="707400" cy="707400"/>
          </a:xfrm>
        </p:grpSpPr>
        <p:sp>
          <p:nvSpPr>
            <p:cNvPr id="4" name="Google Shape;575;p43"/>
            <p:cNvSpPr/>
            <p:nvPr/>
          </p:nvSpPr>
          <p:spPr>
            <a:xfrm rot="5400000">
              <a:off x="5374953" y="3440046"/>
              <a:ext cx="707400" cy="707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5" name="Google Shape;576;p43"/>
            <p:cNvGrpSpPr/>
            <p:nvPr/>
          </p:nvGrpSpPr>
          <p:grpSpPr>
            <a:xfrm>
              <a:off x="5527713" y="3594163"/>
              <a:ext cx="401875" cy="399175"/>
              <a:chOff x="4846975" y="2092700"/>
              <a:chExt cx="401875" cy="399175"/>
            </a:xfrm>
          </p:grpSpPr>
          <p:sp>
            <p:nvSpPr>
              <p:cNvPr id="6" name="Google Shape;577;p43"/>
              <p:cNvSpPr/>
              <p:nvPr/>
            </p:nvSpPr>
            <p:spPr>
              <a:xfrm>
                <a:off x="4846975" y="2259775"/>
                <a:ext cx="401875" cy="232100"/>
              </a:xfrm>
              <a:custGeom>
                <a:avLst/>
                <a:gdLst/>
                <a:ahLst/>
                <a:cxnLst/>
                <a:rect l="l" t="t" r="r" b="b"/>
                <a:pathLst>
                  <a:path w="16075" h="9284" extrusionOk="0">
                    <a:moveTo>
                      <a:pt x="2939" y="1383"/>
                    </a:moveTo>
                    <a:cubicBezTo>
                      <a:pt x="3746" y="1383"/>
                      <a:pt x="4552" y="1786"/>
                      <a:pt x="5013" y="2477"/>
                    </a:cubicBezTo>
                    <a:cubicBezTo>
                      <a:pt x="5013" y="2650"/>
                      <a:pt x="4955" y="2823"/>
                      <a:pt x="4955" y="2938"/>
                    </a:cubicBezTo>
                    <a:cubicBezTo>
                      <a:pt x="5013" y="3111"/>
                      <a:pt x="4955" y="3284"/>
                      <a:pt x="4898" y="3399"/>
                    </a:cubicBezTo>
                    <a:cubicBezTo>
                      <a:pt x="4783" y="3514"/>
                      <a:pt x="4725" y="3572"/>
                      <a:pt x="4667" y="3687"/>
                    </a:cubicBezTo>
                    <a:cubicBezTo>
                      <a:pt x="4552" y="3630"/>
                      <a:pt x="4379" y="3572"/>
                      <a:pt x="4206" y="3572"/>
                    </a:cubicBezTo>
                    <a:lnTo>
                      <a:pt x="1672" y="3572"/>
                    </a:lnTo>
                    <a:cubicBezTo>
                      <a:pt x="1133" y="3572"/>
                      <a:pt x="695" y="3925"/>
                      <a:pt x="546" y="4395"/>
                    </a:cubicBezTo>
                    <a:lnTo>
                      <a:pt x="546" y="4395"/>
                    </a:lnTo>
                    <a:cubicBezTo>
                      <a:pt x="500" y="4238"/>
                      <a:pt x="462" y="4049"/>
                      <a:pt x="462" y="3860"/>
                    </a:cubicBezTo>
                    <a:cubicBezTo>
                      <a:pt x="462" y="2477"/>
                      <a:pt x="1556" y="1383"/>
                      <a:pt x="2939" y="1383"/>
                    </a:cubicBezTo>
                    <a:close/>
                    <a:moveTo>
                      <a:pt x="7145" y="2765"/>
                    </a:moveTo>
                    <a:cubicBezTo>
                      <a:pt x="7433" y="3342"/>
                      <a:pt x="7836" y="3687"/>
                      <a:pt x="8412" y="3860"/>
                    </a:cubicBezTo>
                    <a:cubicBezTo>
                      <a:pt x="8741" y="3970"/>
                      <a:pt x="9069" y="4010"/>
                      <a:pt x="9383" y="4010"/>
                    </a:cubicBezTo>
                    <a:cubicBezTo>
                      <a:pt x="9565" y="4010"/>
                      <a:pt x="9741" y="3996"/>
                      <a:pt x="9910" y="3975"/>
                    </a:cubicBezTo>
                    <a:lnTo>
                      <a:pt x="9910" y="3975"/>
                    </a:lnTo>
                    <a:cubicBezTo>
                      <a:pt x="9737" y="4839"/>
                      <a:pt x="8931" y="5531"/>
                      <a:pt x="7951" y="5531"/>
                    </a:cubicBezTo>
                    <a:cubicBezTo>
                      <a:pt x="6972" y="5531"/>
                      <a:pt x="6108" y="4724"/>
                      <a:pt x="6050" y="3745"/>
                    </a:cubicBezTo>
                    <a:cubicBezTo>
                      <a:pt x="6626" y="3514"/>
                      <a:pt x="6914" y="3111"/>
                      <a:pt x="7145" y="2765"/>
                    </a:cubicBezTo>
                    <a:close/>
                    <a:moveTo>
                      <a:pt x="7951" y="461"/>
                    </a:moveTo>
                    <a:cubicBezTo>
                      <a:pt x="9391" y="461"/>
                      <a:pt x="10486" y="1556"/>
                      <a:pt x="10486" y="2938"/>
                    </a:cubicBezTo>
                    <a:cubicBezTo>
                      <a:pt x="10486" y="3226"/>
                      <a:pt x="10486" y="3514"/>
                      <a:pt x="10659" y="3745"/>
                    </a:cubicBezTo>
                    <a:cubicBezTo>
                      <a:pt x="10832" y="3918"/>
                      <a:pt x="10947" y="4206"/>
                      <a:pt x="10947" y="4436"/>
                    </a:cubicBezTo>
                    <a:cubicBezTo>
                      <a:pt x="10947" y="4667"/>
                      <a:pt x="10832" y="4897"/>
                      <a:pt x="10716" y="5127"/>
                    </a:cubicBezTo>
                    <a:cubicBezTo>
                      <a:pt x="10601" y="5185"/>
                      <a:pt x="10544" y="5358"/>
                      <a:pt x="10428" y="5416"/>
                    </a:cubicBezTo>
                    <a:cubicBezTo>
                      <a:pt x="10198" y="5531"/>
                      <a:pt x="10140" y="5761"/>
                      <a:pt x="10198" y="5992"/>
                    </a:cubicBezTo>
                    <a:cubicBezTo>
                      <a:pt x="10198" y="6049"/>
                      <a:pt x="10198" y="6107"/>
                      <a:pt x="10198" y="6164"/>
                    </a:cubicBezTo>
                    <a:cubicBezTo>
                      <a:pt x="9968" y="5934"/>
                      <a:pt x="9737" y="5704"/>
                      <a:pt x="9449" y="5473"/>
                    </a:cubicBezTo>
                    <a:cubicBezTo>
                      <a:pt x="9968" y="5070"/>
                      <a:pt x="10371" y="4436"/>
                      <a:pt x="10428" y="3687"/>
                    </a:cubicBezTo>
                    <a:cubicBezTo>
                      <a:pt x="10371" y="3514"/>
                      <a:pt x="10313" y="3457"/>
                      <a:pt x="10140" y="3457"/>
                    </a:cubicBezTo>
                    <a:cubicBezTo>
                      <a:pt x="9924" y="3500"/>
                      <a:pt x="9665" y="3532"/>
                      <a:pt x="9392" y="3532"/>
                    </a:cubicBezTo>
                    <a:cubicBezTo>
                      <a:pt x="8574" y="3532"/>
                      <a:pt x="7634" y="3241"/>
                      <a:pt x="7375" y="2074"/>
                    </a:cubicBezTo>
                    <a:cubicBezTo>
                      <a:pt x="7346" y="1959"/>
                      <a:pt x="7245" y="1901"/>
                      <a:pt x="7145" y="1901"/>
                    </a:cubicBezTo>
                    <a:cubicBezTo>
                      <a:pt x="7044" y="1901"/>
                      <a:pt x="6943" y="1959"/>
                      <a:pt x="6914" y="2074"/>
                    </a:cubicBezTo>
                    <a:cubicBezTo>
                      <a:pt x="6914" y="2074"/>
                      <a:pt x="6684" y="3111"/>
                      <a:pt x="5704" y="3342"/>
                    </a:cubicBezTo>
                    <a:cubicBezTo>
                      <a:pt x="5647" y="3342"/>
                      <a:pt x="5531" y="3457"/>
                      <a:pt x="5531" y="3572"/>
                    </a:cubicBezTo>
                    <a:cubicBezTo>
                      <a:pt x="5531" y="4321"/>
                      <a:pt x="5935" y="5070"/>
                      <a:pt x="6511" y="5473"/>
                    </a:cubicBezTo>
                    <a:cubicBezTo>
                      <a:pt x="6223" y="5704"/>
                      <a:pt x="5935" y="5934"/>
                      <a:pt x="5704" y="6222"/>
                    </a:cubicBezTo>
                    <a:cubicBezTo>
                      <a:pt x="5704" y="6164"/>
                      <a:pt x="5704" y="6107"/>
                      <a:pt x="5704" y="5992"/>
                    </a:cubicBezTo>
                    <a:cubicBezTo>
                      <a:pt x="5762" y="5761"/>
                      <a:pt x="5704" y="5531"/>
                      <a:pt x="5531" y="5416"/>
                    </a:cubicBezTo>
                    <a:cubicBezTo>
                      <a:pt x="5186" y="5185"/>
                      <a:pt x="4955" y="4839"/>
                      <a:pt x="4955" y="4436"/>
                    </a:cubicBezTo>
                    <a:cubicBezTo>
                      <a:pt x="4955" y="4148"/>
                      <a:pt x="5071" y="3918"/>
                      <a:pt x="5243" y="3687"/>
                    </a:cubicBezTo>
                    <a:cubicBezTo>
                      <a:pt x="5416" y="3514"/>
                      <a:pt x="5474" y="3226"/>
                      <a:pt x="5474" y="2938"/>
                    </a:cubicBezTo>
                    <a:cubicBezTo>
                      <a:pt x="5474" y="1556"/>
                      <a:pt x="6568" y="461"/>
                      <a:pt x="7951" y="461"/>
                    </a:cubicBezTo>
                    <a:close/>
                    <a:moveTo>
                      <a:pt x="13827" y="3975"/>
                    </a:moveTo>
                    <a:cubicBezTo>
                      <a:pt x="14000" y="4321"/>
                      <a:pt x="14346" y="4724"/>
                      <a:pt x="14922" y="4897"/>
                    </a:cubicBezTo>
                    <a:cubicBezTo>
                      <a:pt x="14864" y="5934"/>
                      <a:pt x="14000" y="6683"/>
                      <a:pt x="12963" y="6683"/>
                    </a:cubicBezTo>
                    <a:cubicBezTo>
                      <a:pt x="12099" y="6683"/>
                      <a:pt x="11350" y="6164"/>
                      <a:pt x="11120" y="5358"/>
                    </a:cubicBezTo>
                    <a:cubicBezTo>
                      <a:pt x="11177" y="5300"/>
                      <a:pt x="11177" y="5185"/>
                      <a:pt x="11235" y="5127"/>
                    </a:cubicBezTo>
                    <a:cubicBezTo>
                      <a:pt x="11379" y="5142"/>
                      <a:pt x="11519" y="5149"/>
                      <a:pt x="11656" y="5149"/>
                    </a:cubicBezTo>
                    <a:cubicBezTo>
                      <a:pt x="12067" y="5149"/>
                      <a:pt x="12445" y="5084"/>
                      <a:pt x="12790" y="4955"/>
                    </a:cubicBezTo>
                    <a:cubicBezTo>
                      <a:pt x="13251" y="4724"/>
                      <a:pt x="13597" y="4436"/>
                      <a:pt x="13827" y="3975"/>
                    </a:cubicBezTo>
                    <a:close/>
                    <a:moveTo>
                      <a:pt x="4206" y="4033"/>
                    </a:moveTo>
                    <a:cubicBezTo>
                      <a:pt x="4322" y="4033"/>
                      <a:pt x="4437" y="4090"/>
                      <a:pt x="4552" y="4148"/>
                    </a:cubicBezTo>
                    <a:cubicBezTo>
                      <a:pt x="4494" y="4206"/>
                      <a:pt x="4494" y="4321"/>
                      <a:pt x="4494" y="4436"/>
                    </a:cubicBezTo>
                    <a:cubicBezTo>
                      <a:pt x="4494" y="4782"/>
                      <a:pt x="4610" y="5127"/>
                      <a:pt x="4840" y="5416"/>
                    </a:cubicBezTo>
                    <a:cubicBezTo>
                      <a:pt x="4552" y="6164"/>
                      <a:pt x="3803" y="6741"/>
                      <a:pt x="2939" y="6741"/>
                    </a:cubicBezTo>
                    <a:cubicBezTo>
                      <a:pt x="1844" y="6741"/>
                      <a:pt x="980" y="5819"/>
                      <a:pt x="980" y="4782"/>
                    </a:cubicBezTo>
                    <a:cubicBezTo>
                      <a:pt x="980" y="4379"/>
                      <a:pt x="1326" y="4033"/>
                      <a:pt x="1672" y="4033"/>
                    </a:cubicBezTo>
                    <a:close/>
                    <a:moveTo>
                      <a:pt x="10774" y="5704"/>
                    </a:moveTo>
                    <a:cubicBezTo>
                      <a:pt x="10947" y="6107"/>
                      <a:pt x="11177" y="6453"/>
                      <a:pt x="11523" y="6683"/>
                    </a:cubicBezTo>
                    <a:cubicBezTo>
                      <a:pt x="11177" y="6913"/>
                      <a:pt x="10889" y="7201"/>
                      <a:pt x="10716" y="7490"/>
                    </a:cubicBezTo>
                    <a:cubicBezTo>
                      <a:pt x="10659" y="7259"/>
                      <a:pt x="10601" y="6971"/>
                      <a:pt x="10486" y="6741"/>
                    </a:cubicBezTo>
                    <a:cubicBezTo>
                      <a:pt x="10601" y="6453"/>
                      <a:pt x="10659" y="6164"/>
                      <a:pt x="10601" y="5876"/>
                    </a:cubicBezTo>
                    <a:cubicBezTo>
                      <a:pt x="10601" y="5876"/>
                      <a:pt x="10601" y="5819"/>
                      <a:pt x="10659" y="5819"/>
                    </a:cubicBezTo>
                    <a:cubicBezTo>
                      <a:pt x="10716" y="5761"/>
                      <a:pt x="10716" y="5761"/>
                      <a:pt x="10774" y="5704"/>
                    </a:cubicBezTo>
                    <a:close/>
                    <a:moveTo>
                      <a:pt x="5128" y="5761"/>
                    </a:moveTo>
                    <a:cubicBezTo>
                      <a:pt x="5186" y="5761"/>
                      <a:pt x="5186" y="5819"/>
                      <a:pt x="5243" y="5819"/>
                    </a:cubicBezTo>
                    <a:cubicBezTo>
                      <a:pt x="5243" y="5819"/>
                      <a:pt x="5301" y="5876"/>
                      <a:pt x="5243" y="5934"/>
                    </a:cubicBezTo>
                    <a:cubicBezTo>
                      <a:pt x="5186" y="6222"/>
                      <a:pt x="5243" y="6510"/>
                      <a:pt x="5416" y="6798"/>
                    </a:cubicBezTo>
                    <a:cubicBezTo>
                      <a:pt x="5359" y="7029"/>
                      <a:pt x="5243" y="7259"/>
                      <a:pt x="5243" y="7490"/>
                    </a:cubicBezTo>
                    <a:lnTo>
                      <a:pt x="5243" y="7547"/>
                    </a:lnTo>
                    <a:cubicBezTo>
                      <a:pt x="5013" y="7201"/>
                      <a:pt x="4725" y="6913"/>
                      <a:pt x="4437" y="6683"/>
                    </a:cubicBezTo>
                    <a:cubicBezTo>
                      <a:pt x="4725" y="6453"/>
                      <a:pt x="5013" y="6107"/>
                      <a:pt x="5128" y="5761"/>
                    </a:cubicBezTo>
                    <a:close/>
                    <a:moveTo>
                      <a:pt x="7951" y="0"/>
                    </a:moveTo>
                    <a:cubicBezTo>
                      <a:pt x="6626" y="0"/>
                      <a:pt x="5589" y="807"/>
                      <a:pt x="5186" y="1959"/>
                    </a:cubicBezTo>
                    <a:cubicBezTo>
                      <a:pt x="4610" y="1325"/>
                      <a:pt x="3803" y="922"/>
                      <a:pt x="2939" y="922"/>
                    </a:cubicBezTo>
                    <a:cubicBezTo>
                      <a:pt x="1326" y="922"/>
                      <a:pt x="1" y="2247"/>
                      <a:pt x="1" y="3918"/>
                    </a:cubicBezTo>
                    <a:cubicBezTo>
                      <a:pt x="1" y="4667"/>
                      <a:pt x="289" y="5358"/>
                      <a:pt x="807" y="5934"/>
                    </a:cubicBezTo>
                    <a:cubicBezTo>
                      <a:pt x="807" y="5934"/>
                      <a:pt x="1211" y="6510"/>
                      <a:pt x="1499" y="6741"/>
                    </a:cubicBezTo>
                    <a:cubicBezTo>
                      <a:pt x="692" y="7201"/>
                      <a:pt x="231" y="8123"/>
                      <a:pt x="231" y="9045"/>
                    </a:cubicBezTo>
                    <a:cubicBezTo>
                      <a:pt x="231" y="9189"/>
                      <a:pt x="347" y="9261"/>
                      <a:pt x="462" y="9261"/>
                    </a:cubicBezTo>
                    <a:cubicBezTo>
                      <a:pt x="577" y="9261"/>
                      <a:pt x="692" y="9189"/>
                      <a:pt x="692" y="9045"/>
                    </a:cubicBezTo>
                    <a:cubicBezTo>
                      <a:pt x="692" y="8181"/>
                      <a:pt x="1153" y="7374"/>
                      <a:pt x="1960" y="6971"/>
                    </a:cubicBezTo>
                    <a:cubicBezTo>
                      <a:pt x="2276" y="7115"/>
                      <a:pt x="2622" y="7187"/>
                      <a:pt x="2968" y="7187"/>
                    </a:cubicBezTo>
                    <a:cubicBezTo>
                      <a:pt x="3313" y="7187"/>
                      <a:pt x="3659" y="7115"/>
                      <a:pt x="3976" y="6971"/>
                    </a:cubicBezTo>
                    <a:cubicBezTo>
                      <a:pt x="4725" y="7374"/>
                      <a:pt x="5243" y="8181"/>
                      <a:pt x="5243" y="9045"/>
                    </a:cubicBezTo>
                    <a:cubicBezTo>
                      <a:pt x="5243" y="9196"/>
                      <a:pt x="5369" y="9283"/>
                      <a:pt x="5489" y="9283"/>
                    </a:cubicBezTo>
                    <a:cubicBezTo>
                      <a:pt x="5599" y="9283"/>
                      <a:pt x="5704" y="9210"/>
                      <a:pt x="5704" y="9045"/>
                    </a:cubicBezTo>
                    <a:lnTo>
                      <a:pt x="5704" y="7835"/>
                    </a:lnTo>
                    <a:cubicBezTo>
                      <a:pt x="5704" y="6971"/>
                      <a:pt x="6165" y="6164"/>
                      <a:pt x="6972" y="5819"/>
                    </a:cubicBezTo>
                    <a:cubicBezTo>
                      <a:pt x="7289" y="5963"/>
                      <a:pt x="7634" y="6035"/>
                      <a:pt x="7980" y="6035"/>
                    </a:cubicBezTo>
                    <a:cubicBezTo>
                      <a:pt x="8326" y="6035"/>
                      <a:pt x="8671" y="5963"/>
                      <a:pt x="8988" y="5819"/>
                    </a:cubicBezTo>
                    <a:cubicBezTo>
                      <a:pt x="9737" y="6164"/>
                      <a:pt x="10256" y="6971"/>
                      <a:pt x="10256" y="7835"/>
                    </a:cubicBezTo>
                    <a:lnTo>
                      <a:pt x="10256" y="9045"/>
                    </a:lnTo>
                    <a:cubicBezTo>
                      <a:pt x="10256" y="9196"/>
                      <a:pt x="10381" y="9283"/>
                      <a:pt x="10502" y="9283"/>
                    </a:cubicBezTo>
                    <a:cubicBezTo>
                      <a:pt x="10611" y="9283"/>
                      <a:pt x="10716" y="9210"/>
                      <a:pt x="10716" y="9045"/>
                    </a:cubicBezTo>
                    <a:cubicBezTo>
                      <a:pt x="10716" y="8181"/>
                      <a:pt x="11235" y="7374"/>
                      <a:pt x="11984" y="6971"/>
                    </a:cubicBezTo>
                    <a:cubicBezTo>
                      <a:pt x="12301" y="7115"/>
                      <a:pt x="12646" y="7187"/>
                      <a:pt x="12992" y="7187"/>
                    </a:cubicBezTo>
                    <a:cubicBezTo>
                      <a:pt x="13338" y="7187"/>
                      <a:pt x="13683" y="7115"/>
                      <a:pt x="14000" y="6971"/>
                    </a:cubicBezTo>
                    <a:cubicBezTo>
                      <a:pt x="14749" y="7374"/>
                      <a:pt x="15268" y="8181"/>
                      <a:pt x="15268" y="9045"/>
                    </a:cubicBezTo>
                    <a:cubicBezTo>
                      <a:pt x="15268" y="9189"/>
                      <a:pt x="15383" y="9261"/>
                      <a:pt x="15498" y="9261"/>
                    </a:cubicBezTo>
                    <a:cubicBezTo>
                      <a:pt x="15613" y="9261"/>
                      <a:pt x="15729" y="9189"/>
                      <a:pt x="15729" y="9045"/>
                    </a:cubicBezTo>
                    <a:cubicBezTo>
                      <a:pt x="15729" y="8815"/>
                      <a:pt x="15729" y="8584"/>
                      <a:pt x="15671" y="8354"/>
                    </a:cubicBezTo>
                    <a:cubicBezTo>
                      <a:pt x="15959" y="8066"/>
                      <a:pt x="16074" y="7662"/>
                      <a:pt x="16074" y="7259"/>
                    </a:cubicBezTo>
                    <a:lnTo>
                      <a:pt x="16074" y="5588"/>
                    </a:lnTo>
                    <a:cubicBezTo>
                      <a:pt x="16074" y="5473"/>
                      <a:pt x="16017" y="5358"/>
                      <a:pt x="15844" y="5358"/>
                    </a:cubicBezTo>
                    <a:cubicBezTo>
                      <a:pt x="15729" y="5358"/>
                      <a:pt x="15613" y="5473"/>
                      <a:pt x="15613" y="5588"/>
                    </a:cubicBezTo>
                    <a:lnTo>
                      <a:pt x="15613" y="7259"/>
                    </a:lnTo>
                    <a:cubicBezTo>
                      <a:pt x="15613" y="7490"/>
                      <a:pt x="15556" y="7662"/>
                      <a:pt x="15441" y="7835"/>
                    </a:cubicBezTo>
                    <a:cubicBezTo>
                      <a:pt x="15210" y="7374"/>
                      <a:pt x="14864" y="6971"/>
                      <a:pt x="14461" y="6683"/>
                    </a:cubicBezTo>
                    <a:cubicBezTo>
                      <a:pt x="15037" y="6280"/>
                      <a:pt x="15383" y="5531"/>
                      <a:pt x="15383" y="4782"/>
                    </a:cubicBezTo>
                    <a:cubicBezTo>
                      <a:pt x="15383" y="4667"/>
                      <a:pt x="15325" y="4551"/>
                      <a:pt x="15210" y="4551"/>
                    </a:cubicBezTo>
                    <a:cubicBezTo>
                      <a:pt x="14288" y="4263"/>
                      <a:pt x="14058" y="3342"/>
                      <a:pt x="14058" y="3284"/>
                    </a:cubicBezTo>
                    <a:cubicBezTo>
                      <a:pt x="14029" y="3169"/>
                      <a:pt x="13928" y="3111"/>
                      <a:pt x="13827" y="3111"/>
                    </a:cubicBezTo>
                    <a:cubicBezTo>
                      <a:pt x="13727" y="3111"/>
                      <a:pt x="13626" y="3169"/>
                      <a:pt x="13597" y="3284"/>
                    </a:cubicBezTo>
                    <a:cubicBezTo>
                      <a:pt x="13335" y="4438"/>
                      <a:pt x="12404" y="4732"/>
                      <a:pt x="11587" y="4732"/>
                    </a:cubicBezTo>
                    <a:cubicBezTo>
                      <a:pt x="11507" y="4732"/>
                      <a:pt x="11428" y="4729"/>
                      <a:pt x="11350" y="4724"/>
                    </a:cubicBezTo>
                    <a:cubicBezTo>
                      <a:pt x="11350" y="4667"/>
                      <a:pt x="11350" y="4551"/>
                      <a:pt x="11350" y="4494"/>
                    </a:cubicBezTo>
                    <a:cubicBezTo>
                      <a:pt x="11350" y="4090"/>
                      <a:pt x="11235" y="3745"/>
                      <a:pt x="11005" y="3457"/>
                    </a:cubicBezTo>
                    <a:cubicBezTo>
                      <a:pt x="10947" y="3342"/>
                      <a:pt x="10947" y="3111"/>
                      <a:pt x="10947" y="2996"/>
                    </a:cubicBezTo>
                    <a:cubicBezTo>
                      <a:pt x="10947" y="2881"/>
                      <a:pt x="10947" y="2765"/>
                      <a:pt x="10947" y="2650"/>
                    </a:cubicBezTo>
                    <a:cubicBezTo>
                      <a:pt x="11408" y="2017"/>
                      <a:pt x="12157" y="1671"/>
                      <a:pt x="12963" y="1671"/>
                    </a:cubicBezTo>
                    <a:cubicBezTo>
                      <a:pt x="14404" y="1671"/>
                      <a:pt x="15613" y="2881"/>
                      <a:pt x="15613" y="4321"/>
                    </a:cubicBezTo>
                    <a:cubicBezTo>
                      <a:pt x="15613" y="4465"/>
                      <a:pt x="15729" y="4537"/>
                      <a:pt x="15844" y="4537"/>
                    </a:cubicBezTo>
                    <a:cubicBezTo>
                      <a:pt x="15959" y="4537"/>
                      <a:pt x="16074" y="4465"/>
                      <a:pt x="16074" y="4321"/>
                    </a:cubicBezTo>
                    <a:cubicBezTo>
                      <a:pt x="16074" y="2593"/>
                      <a:pt x="14692" y="1210"/>
                      <a:pt x="12963" y="1210"/>
                    </a:cubicBezTo>
                    <a:cubicBezTo>
                      <a:pt x="12157" y="1210"/>
                      <a:pt x="11408" y="1498"/>
                      <a:pt x="10832" y="2074"/>
                    </a:cubicBezTo>
                    <a:cubicBezTo>
                      <a:pt x="10428" y="864"/>
                      <a:pt x="9276" y="0"/>
                      <a:pt x="79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578;p43"/>
              <p:cNvSpPr/>
              <p:nvPr/>
            </p:nvSpPr>
            <p:spPr>
              <a:xfrm>
                <a:off x="5150450" y="2401900"/>
                <a:ext cx="42325" cy="1775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710" extrusionOk="0">
                    <a:moveTo>
                      <a:pt x="315" y="0"/>
                    </a:moveTo>
                    <a:cubicBezTo>
                      <a:pt x="139" y="0"/>
                      <a:pt x="0" y="245"/>
                      <a:pt x="133" y="422"/>
                    </a:cubicBezTo>
                    <a:cubicBezTo>
                      <a:pt x="363" y="595"/>
                      <a:pt x="594" y="710"/>
                      <a:pt x="824" y="710"/>
                    </a:cubicBezTo>
                    <a:cubicBezTo>
                      <a:pt x="1112" y="710"/>
                      <a:pt x="1343" y="595"/>
                      <a:pt x="1516" y="422"/>
                    </a:cubicBezTo>
                    <a:cubicBezTo>
                      <a:pt x="1693" y="245"/>
                      <a:pt x="1530" y="0"/>
                      <a:pt x="1367" y="0"/>
                    </a:cubicBezTo>
                    <a:cubicBezTo>
                      <a:pt x="1317" y="0"/>
                      <a:pt x="1268" y="23"/>
                      <a:pt x="1228" y="76"/>
                    </a:cubicBezTo>
                    <a:cubicBezTo>
                      <a:pt x="1112" y="191"/>
                      <a:pt x="997" y="249"/>
                      <a:pt x="824" y="249"/>
                    </a:cubicBezTo>
                    <a:cubicBezTo>
                      <a:pt x="709" y="249"/>
                      <a:pt x="594" y="191"/>
                      <a:pt x="479" y="76"/>
                    </a:cubicBezTo>
                    <a:cubicBezTo>
                      <a:pt x="425" y="23"/>
                      <a:pt x="368" y="0"/>
                      <a:pt x="3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579;p43"/>
              <p:cNvSpPr/>
              <p:nvPr/>
            </p:nvSpPr>
            <p:spPr>
              <a:xfrm>
                <a:off x="4901725" y="2401625"/>
                <a:ext cx="38900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721" extrusionOk="0">
                    <a:moveTo>
                      <a:pt x="231" y="1"/>
                    </a:moveTo>
                    <a:cubicBezTo>
                      <a:pt x="173" y="1"/>
                      <a:pt x="115" y="30"/>
                      <a:pt x="58" y="87"/>
                    </a:cubicBezTo>
                    <a:cubicBezTo>
                      <a:pt x="0" y="202"/>
                      <a:pt x="0" y="318"/>
                      <a:pt x="58" y="433"/>
                    </a:cubicBezTo>
                    <a:cubicBezTo>
                      <a:pt x="288" y="606"/>
                      <a:pt x="519" y="721"/>
                      <a:pt x="749" y="721"/>
                    </a:cubicBezTo>
                    <a:cubicBezTo>
                      <a:pt x="1037" y="721"/>
                      <a:pt x="1267" y="606"/>
                      <a:pt x="1440" y="433"/>
                    </a:cubicBezTo>
                    <a:cubicBezTo>
                      <a:pt x="1556" y="318"/>
                      <a:pt x="1556" y="202"/>
                      <a:pt x="1440" y="87"/>
                    </a:cubicBezTo>
                    <a:cubicBezTo>
                      <a:pt x="1412" y="30"/>
                      <a:pt x="1354" y="1"/>
                      <a:pt x="1296" y="1"/>
                    </a:cubicBezTo>
                    <a:cubicBezTo>
                      <a:pt x="1239" y="1"/>
                      <a:pt x="1181" y="30"/>
                      <a:pt x="1152" y="87"/>
                    </a:cubicBezTo>
                    <a:cubicBezTo>
                      <a:pt x="1037" y="202"/>
                      <a:pt x="922" y="260"/>
                      <a:pt x="749" y="260"/>
                    </a:cubicBezTo>
                    <a:cubicBezTo>
                      <a:pt x="634" y="260"/>
                      <a:pt x="519" y="202"/>
                      <a:pt x="403" y="87"/>
                    </a:cubicBezTo>
                    <a:cubicBezTo>
                      <a:pt x="346" y="30"/>
                      <a:pt x="288" y="1"/>
                      <a:pt x="2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580;p43"/>
              <p:cNvSpPr/>
              <p:nvPr/>
            </p:nvSpPr>
            <p:spPr>
              <a:xfrm>
                <a:off x="5027025" y="2372475"/>
                <a:ext cx="38900" cy="16950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678" extrusionOk="0">
                    <a:moveTo>
                      <a:pt x="231" y="0"/>
                    </a:moveTo>
                    <a:cubicBezTo>
                      <a:pt x="173" y="0"/>
                      <a:pt x="115" y="15"/>
                      <a:pt x="58" y="43"/>
                    </a:cubicBezTo>
                    <a:cubicBezTo>
                      <a:pt x="0" y="159"/>
                      <a:pt x="0" y="274"/>
                      <a:pt x="58" y="389"/>
                    </a:cubicBezTo>
                    <a:cubicBezTo>
                      <a:pt x="288" y="562"/>
                      <a:pt x="519" y="677"/>
                      <a:pt x="749" y="677"/>
                    </a:cubicBezTo>
                    <a:cubicBezTo>
                      <a:pt x="1037" y="677"/>
                      <a:pt x="1268" y="562"/>
                      <a:pt x="1440" y="389"/>
                    </a:cubicBezTo>
                    <a:cubicBezTo>
                      <a:pt x="1556" y="274"/>
                      <a:pt x="1556" y="159"/>
                      <a:pt x="1440" y="43"/>
                    </a:cubicBezTo>
                    <a:cubicBezTo>
                      <a:pt x="1412" y="15"/>
                      <a:pt x="1354" y="0"/>
                      <a:pt x="1296" y="0"/>
                    </a:cubicBezTo>
                    <a:cubicBezTo>
                      <a:pt x="1239" y="0"/>
                      <a:pt x="1181" y="15"/>
                      <a:pt x="1152" y="43"/>
                    </a:cubicBezTo>
                    <a:cubicBezTo>
                      <a:pt x="1037" y="159"/>
                      <a:pt x="922" y="216"/>
                      <a:pt x="749" y="216"/>
                    </a:cubicBezTo>
                    <a:cubicBezTo>
                      <a:pt x="634" y="216"/>
                      <a:pt x="519" y="159"/>
                      <a:pt x="403" y="43"/>
                    </a:cubicBezTo>
                    <a:cubicBezTo>
                      <a:pt x="346" y="15"/>
                      <a:pt x="288" y="0"/>
                      <a:pt x="2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581;p43"/>
              <p:cNvSpPr/>
              <p:nvPr/>
            </p:nvSpPr>
            <p:spPr>
              <a:xfrm>
                <a:off x="5115850" y="2157900"/>
                <a:ext cx="80500" cy="113825"/>
              </a:xfrm>
              <a:custGeom>
                <a:avLst/>
                <a:gdLst/>
                <a:ahLst/>
                <a:cxnLst/>
                <a:rect l="l" t="t" r="r" b="b"/>
                <a:pathLst>
                  <a:path w="3220" h="4553" extrusionOk="0">
                    <a:moveTo>
                      <a:pt x="340" y="0"/>
                    </a:moveTo>
                    <a:cubicBezTo>
                      <a:pt x="127" y="0"/>
                      <a:pt x="1" y="302"/>
                      <a:pt x="192" y="446"/>
                    </a:cubicBezTo>
                    <a:cubicBezTo>
                      <a:pt x="1575" y="1310"/>
                      <a:pt x="2554" y="2750"/>
                      <a:pt x="2727" y="4363"/>
                    </a:cubicBezTo>
                    <a:cubicBezTo>
                      <a:pt x="2753" y="4493"/>
                      <a:pt x="2861" y="4553"/>
                      <a:pt x="2966" y="4553"/>
                    </a:cubicBezTo>
                    <a:cubicBezTo>
                      <a:pt x="3094" y="4553"/>
                      <a:pt x="3219" y="4464"/>
                      <a:pt x="3188" y="4306"/>
                    </a:cubicBezTo>
                    <a:cubicBezTo>
                      <a:pt x="2957" y="2520"/>
                      <a:pt x="1978" y="964"/>
                      <a:pt x="480" y="42"/>
                    </a:cubicBezTo>
                    <a:cubicBezTo>
                      <a:pt x="431" y="13"/>
                      <a:pt x="384" y="0"/>
                      <a:pt x="3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82;p43"/>
              <p:cNvSpPr/>
              <p:nvPr/>
            </p:nvSpPr>
            <p:spPr>
              <a:xfrm>
                <a:off x="4898825" y="2157900"/>
                <a:ext cx="82600" cy="113425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4537" extrusionOk="0">
                    <a:moveTo>
                      <a:pt x="2964" y="0"/>
                    </a:moveTo>
                    <a:cubicBezTo>
                      <a:pt x="2920" y="0"/>
                      <a:pt x="2873" y="13"/>
                      <a:pt x="2824" y="42"/>
                    </a:cubicBezTo>
                    <a:cubicBezTo>
                      <a:pt x="1326" y="964"/>
                      <a:pt x="289" y="2520"/>
                      <a:pt x="58" y="4306"/>
                    </a:cubicBezTo>
                    <a:cubicBezTo>
                      <a:pt x="1" y="4421"/>
                      <a:pt x="116" y="4536"/>
                      <a:pt x="231" y="4536"/>
                    </a:cubicBezTo>
                    <a:cubicBezTo>
                      <a:pt x="347" y="4536"/>
                      <a:pt x="462" y="4478"/>
                      <a:pt x="519" y="4363"/>
                    </a:cubicBezTo>
                    <a:cubicBezTo>
                      <a:pt x="750" y="2692"/>
                      <a:pt x="1672" y="1310"/>
                      <a:pt x="3112" y="446"/>
                    </a:cubicBezTo>
                    <a:cubicBezTo>
                      <a:pt x="3303" y="302"/>
                      <a:pt x="3177" y="0"/>
                      <a:pt x="29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583;p43"/>
              <p:cNvSpPr/>
              <p:nvPr/>
            </p:nvSpPr>
            <p:spPr>
              <a:xfrm>
                <a:off x="4991000" y="2092700"/>
                <a:ext cx="115250" cy="151250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6050" extrusionOk="0">
                    <a:moveTo>
                      <a:pt x="2766" y="5012"/>
                    </a:moveTo>
                    <a:lnTo>
                      <a:pt x="2766" y="5300"/>
                    </a:lnTo>
                    <a:cubicBezTo>
                      <a:pt x="2766" y="5473"/>
                      <a:pt x="2709" y="5531"/>
                      <a:pt x="2536" y="5531"/>
                    </a:cubicBezTo>
                    <a:lnTo>
                      <a:pt x="2017" y="5531"/>
                    </a:lnTo>
                    <a:cubicBezTo>
                      <a:pt x="1902" y="5531"/>
                      <a:pt x="1787" y="5473"/>
                      <a:pt x="1787" y="5300"/>
                    </a:cubicBezTo>
                    <a:lnTo>
                      <a:pt x="1787" y="5012"/>
                    </a:lnTo>
                    <a:close/>
                    <a:moveTo>
                      <a:pt x="2248" y="0"/>
                    </a:moveTo>
                    <a:cubicBezTo>
                      <a:pt x="1960" y="0"/>
                      <a:pt x="1672" y="58"/>
                      <a:pt x="1384" y="173"/>
                    </a:cubicBezTo>
                    <a:cubicBezTo>
                      <a:pt x="1127" y="276"/>
                      <a:pt x="1236" y="652"/>
                      <a:pt x="1466" y="652"/>
                    </a:cubicBezTo>
                    <a:cubicBezTo>
                      <a:pt x="1495" y="652"/>
                      <a:pt x="1525" y="647"/>
                      <a:pt x="1556" y="634"/>
                    </a:cubicBezTo>
                    <a:cubicBezTo>
                      <a:pt x="1787" y="519"/>
                      <a:pt x="2017" y="461"/>
                      <a:pt x="2248" y="461"/>
                    </a:cubicBezTo>
                    <a:cubicBezTo>
                      <a:pt x="2766" y="461"/>
                      <a:pt x="3227" y="634"/>
                      <a:pt x="3573" y="980"/>
                    </a:cubicBezTo>
                    <a:cubicBezTo>
                      <a:pt x="3918" y="1325"/>
                      <a:pt x="4149" y="1786"/>
                      <a:pt x="4149" y="2305"/>
                    </a:cubicBezTo>
                    <a:cubicBezTo>
                      <a:pt x="4149" y="2996"/>
                      <a:pt x="3746" y="3572"/>
                      <a:pt x="3170" y="3918"/>
                    </a:cubicBezTo>
                    <a:cubicBezTo>
                      <a:pt x="3112" y="3975"/>
                      <a:pt x="3054" y="4033"/>
                      <a:pt x="3054" y="4091"/>
                    </a:cubicBezTo>
                    <a:lnTo>
                      <a:pt x="3054" y="4436"/>
                    </a:lnTo>
                    <a:cubicBezTo>
                      <a:pt x="3054" y="4436"/>
                      <a:pt x="3054" y="4494"/>
                      <a:pt x="2997" y="4494"/>
                    </a:cubicBezTo>
                    <a:lnTo>
                      <a:pt x="1614" y="4494"/>
                    </a:lnTo>
                    <a:cubicBezTo>
                      <a:pt x="1614" y="4494"/>
                      <a:pt x="1556" y="4494"/>
                      <a:pt x="1556" y="4436"/>
                    </a:cubicBezTo>
                    <a:lnTo>
                      <a:pt x="1556" y="4091"/>
                    </a:lnTo>
                    <a:cubicBezTo>
                      <a:pt x="1556" y="4033"/>
                      <a:pt x="1499" y="3975"/>
                      <a:pt x="1441" y="3918"/>
                    </a:cubicBezTo>
                    <a:cubicBezTo>
                      <a:pt x="807" y="3572"/>
                      <a:pt x="462" y="2938"/>
                      <a:pt x="462" y="2305"/>
                    </a:cubicBezTo>
                    <a:cubicBezTo>
                      <a:pt x="462" y="1959"/>
                      <a:pt x="577" y="1613"/>
                      <a:pt x="750" y="1325"/>
                    </a:cubicBezTo>
                    <a:cubicBezTo>
                      <a:pt x="873" y="1120"/>
                      <a:pt x="703" y="943"/>
                      <a:pt x="532" y="943"/>
                    </a:cubicBezTo>
                    <a:cubicBezTo>
                      <a:pt x="464" y="943"/>
                      <a:pt x="396" y="971"/>
                      <a:pt x="347" y="1037"/>
                    </a:cubicBezTo>
                    <a:cubicBezTo>
                      <a:pt x="116" y="1441"/>
                      <a:pt x="1" y="1844"/>
                      <a:pt x="1" y="2247"/>
                    </a:cubicBezTo>
                    <a:cubicBezTo>
                      <a:pt x="1" y="3111"/>
                      <a:pt x="404" y="3803"/>
                      <a:pt x="1096" y="4264"/>
                    </a:cubicBezTo>
                    <a:lnTo>
                      <a:pt x="1096" y="4494"/>
                    </a:lnTo>
                    <a:cubicBezTo>
                      <a:pt x="1096" y="4724"/>
                      <a:pt x="1211" y="4840"/>
                      <a:pt x="1326" y="4955"/>
                    </a:cubicBezTo>
                    <a:lnTo>
                      <a:pt x="1326" y="5358"/>
                    </a:lnTo>
                    <a:cubicBezTo>
                      <a:pt x="1326" y="5704"/>
                      <a:pt x="1672" y="6049"/>
                      <a:pt x="2017" y="6049"/>
                    </a:cubicBezTo>
                    <a:lnTo>
                      <a:pt x="2593" y="6049"/>
                    </a:lnTo>
                    <a:cubicBezTo>
                      <a:pt x="2939" y="6049"/>
                      <a:pt x="3285" y="5704"/>
                      <a:pt x="3285" y="5358"/>
                    </a:cubicBezTo>
                    <a:lnTo>
                      <a:pt x="3285" y="4897"/>
                    </a:lnTo>
                    <a:cubicBezTo>
                      <a:pt x="3400" y="4840"/>
                      <a:pt x="3515" y="4667"/>
                      <a:pt x="3515" y="4494"/>
                    </a:cubicBezTo>
                    <a:lnTo>
                      <a:pt x="3515" y="4264"/>
                    </a:lnTo>
                    <a:cubicBezTo>
                      <a:pt x="4207" y="3860"/>
                      <a:pt x="4610" y="3111"/>
                      <a:pt x="4610" y="2305"/>
                    </a:cubicBezTo>
                    <a:cubicBezTo>
                      <a:pt x="4610" y="1671"/>
                      <a:pt x="4379" y="1095"/>
                      <a:pt x="3918" y="634"/>
                    </a:cubicBezTo>
                    <a:cubicBezTo>
                      <a:pt x="3458" y="231"/>
                      <a:pt x="2881" y="0"/>
                      <a:pt x="2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584;p43"/>
              <p:cNvSpPr/>
              <p:nvPr/>
            </p:nvSpPr>
            <p:spPr>
              <a:xfrm>
                <a:off x="5018375" y="2124025"/>
                <a:ext cx="605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2421" h="2162" extrusionOk="0">
                    <a:moveTo>
                      <a:pt x="1210" y="706"/>
                    </a:moveTo>
                    <a:lnTo>
                      <a:pt x="1268" y="879"/>
                    </a:lnTo>
                    <a:cubicBezTo>
                      <a:pt x="1326" y="937"/>
                      <a:pt x="1383" y="994"/>
                      <a:pt x="1441" y="994"/>
                    </a:cubicBezTo>
                    <a:lnTo>
                      <a:pt x="1614" y="1052"/>
                    </a:lnTo>
                    <a:lnTo>
                      <a:pt x="1498" y="1167"/>
                    </a:lnTo>
                    <a:cubicBezTo>
                      <a:pt x="1441" y="1167"/>
                      <a:pt x="1383" y="1282"/>
                      <a:pt x="1441" y="1340"/>
                    </a:cubicBezTo>
                    <a:lnTo>
                      <a:pt x="1441" y="1513"/>
                    </a:lnTo>
                    <a:lnTo>
                      <a:pt x="1326" y="1455"/>
                    </a:lnTo>
                    <a:cubicBezTo>
                      <a:pt x="1268" y="1426"/>
                      <a:pt x="1225" y="1412"/>
                      <a:pt x="1189" y="1412"/>
                    </a:cubicBezTo>
                    <a:cubicBezTo>
                      <a:pt x="1153" y="1412"/>
                      <a:pt x="1124" y="1426"/>
                      <a:pt x="1095" y="1455"/>
                    </a:cubicBezTo>
                    <a:lnTo>
                      <a:pt x="922" y="1513"/>
                    </a:lnTo>
                    <a:lnTo>
                      <a:pt x="922" y="1513"/>
                    </a:lnTo>
                    <a:lnTo>
                      <a:pt x="980" y="1340"/>
                    </a:lnTo>
                    <a:cubicBezTo>
                      <a:pt x="980" y="1282"/>
                      <a:pt x="980" y="1225"/>
                      <a:pt x="922" y="1167"/>
                    </a:cubicBezTo>
                    <a:lnTo>
                      <a:pt x="807" y="1052"/>
                    </a:lnTo>
                    <a:lnTo>
                      <a:pt x="922" y="994"/>
                    </a:lnTo>
                    <a:cubicBezTo>
                      <a:pt x="1038" y="994"/>
                      <a:pt x="1095" y="937"/>
                      <a:pt x="1095" y="879"/>
                    </a:cubicBezTo>
                    <a:lnTo>
                      <a:pt x="1210" y="706"/>
                    </a:lnTo>
                    <a:close/>
                    <a:moveTo>
                      <a:pt x="1203" y="0"/>
                    </a:moveTo>
                    <a:cubicBezTo>
                      <a:pt x="1124" y="0"/>
                      <a:pt x="1038" y="44"/>
                      <a:pt x="980" y="130"/>
                    </a:cubicBezTo>
                    <a:lnTo>
                      <a:pt x="749" y="591"/>
                    </a:lnTo>
                    <a:lnTo>
                      <a:pt x="231" y="648"/>
                    </a:lnTo>
                    <a:cubicBezTo>
                      <a:pt x="58" y="648"/>
                      <a:pt x="1" y="937"/>
                      <a:pt x="116" y="1052"/>
                    </a:cubicBezTo>
                    <a:lnTo>
                      <a:pt x="519" y="1397"/>
                    </a:lnTo>
                    <a:lnTo>
                      <a:pt x="404" y="1916"/>
                    </a:lnTo>
                    <a:cubicBezTo>
                      <a:pt x="356" y="2058"/>
                      <a:pt x="504" y="2161"/>
                      <a:pt x="654" y="2161"/>
                    </a:cubicBezTo>
                    <a:cubicBezTo>
                      <a:pt x="686" y="2161"/>
                      <a:pt x="719" y="2157"/>
                      <a:pt x="749" y="2146"/>
                    </a:cubicBezTo>
                    <a:lnTo>
                      <a:pt x="1210" y="1916"/>
                    </a:lnTo>
                    <a:lnTo>
                      <a:pt x="1614" y="2146"/>
                    </a:lnTo>
                    <a:cubicBezTo>
                      <a:pt x="1644" y="2157"/>
                      <a:pt x="1677" y="2161"/>
                      <a:pt x="1709" y="2161"/>
                    </a:cubicBezTo>
                    <a:cubicBezTo>
                      <a:pt x="1859" y="2161"/>
                      <a:pt x="2007" y="2058"/>
                      <a:pt x="1959" y="1916"/>
                    </a:cubicBezTo>
                    <a:lnTo>
                      <a:pt x="1902" y="1397"/>
                    </a:lnTo>
                    <a:lnTo>
                      <a:pt x="2247" y="1052"/>
                    </a:lnTo>
                    <a:cubicBezTo>
                      <a:pt x="2420" y="879"/>
                      <a:pt x="2305" y="648"/>
                      <a:pt x="2132" y="648"/>
                    </a:cubicBezTo>
                    <a:lnTo>
                      <a:pt x="1614" y="591"/>
                    </a:lnTo>
                    <a:lnTo>
                      <a:pt x="1383" y="130"/>
                    </a:lnTo>
                    <a:cubicBezTo>
                      <a:pt x="1354" y="44"/>
                      <a:pt x="1282" y="0"/>
                      <a:pt x="12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6C12-6A5F-1A4E-C9CB-96F7FFCC0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Competitive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75821-9BEE-7C9F-010F-38E4EAFCA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1085123"/>
            <a:ext cx="7894064" cy="32478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The Landscape</a:t>
            </a:r>
            <a:r>
              <a:rPr lang="en-US" dirty="0"/>
              <a:t>:-</a:t>
            </a:r>
          </a:p>
          <a:p>
            <a:pPr marL="13970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Freelancers</a:t>
            </a:r>
            <a:r>
              <a:rPr lang="en-US" dirty="0"/>
              <a:t>: Inconsistent quality, reliability, and service offerings. No one-stop solution.. </a:t>
            </a:r>
          </a:p>
          <a:p>
            <a:r>
              <a:rPr lang="en-US" b="1" dirty="0"/>
              <a:t>Ai Platforms</a:t>
            </a:r>
            <a:r>
              <a:rPr lang="en-US" dirty="0"/>
              <a:t> (e.g., </a:t>
            </a:r>
            <a:r>
              <a:rPr lang="en-US" dirty="0" err="1"/>
              <a:t>Wix</a:t>
            </a:r>
            <a:r>
              <a:rPr lang="en-US" dirty="0"/>
              <a:t>  , Squarespace): Limited customization, poor scalability, and clients still need to do all the design and content work themselves.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How We Are Different</a:t>
            </a:r>
            <a:r>
              <a:rPr lang="en-US" dirty="0"/>
              <a:t>:- </a:t>
            </a:r>
          </a:p>
          <a:p>
            <a:r>
              <a:rPr lang="en-US" b="1" dirty="0"/>
              <a:t>All-in-One Solution</a:t>
            </a:r>
            <a:r>
              <a:rPr lang="en-US" dirty="0"/>
              <a:t>: We are the single point of contact for all digital needs..</a:t>
            </a:r>
          </a:p>
          <a:p>
            <a:r>
              <a:rPr lang="en-US" b="1" dirty="0"/>
              <a:t>Affordability</a:t>
            </a:r>
            <a:r>
              <a:rPr lang="en-US" dirty="0"/>
              <a:t>: Our packages are designed for the budget-conscious, unlike traditional agencies..</a:t>
            </a:r>
          </a:p>
          <a:p>
            <a:r>
              <a:rPr lang="en-US" b="1" dirty="0"/>
              <a:t>Personalized Service</a:t>
            </a:r>
            <a:r>
              <a:rPr lang="en-US" dirty="0"/>
              <a:t>: We are a dedicated team, not a faceless platform. We build long-term </a:t>
            </a:r>
          </a:p>
          <a:p>
            <a:pPr marL="139700" indent="0">
              <a:buNone/>
            </a:pPr>
            <a:r>
              <a:rPr lang="en-US" dirty="0"/>
              <a:t>        relationships..</a:t>
            </a:r>
          </a:p>
          <a:p>
            <a:r>
              <a:rPr lang="en-US" b="1" dirty="0"/>
              <a:t>Holistic Approac</a:t>
            </a:r>
            <a:r>
              <a:rPr lang="en-US" dirty="0"/>
              <a:t>h: We don't just build a website; we build a complete brand presence including logos, UI/UX, and more.</a:t>
            </a:r>
            <a:endParaRPr lang="en-IN" dirty="0"/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37A3D6C-2C44-C3A1-6E35-5F06027D9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747520" cy="64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54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34"/>
          <p:cNvGrpSpPr/>
          <p:nvPr/>
        </p:nvGrpSpPr>
        <p:grpSpPr>
          <a:xfrm flipH="1">
            <a:off x="-3472675" y="1165299"/>
            <a:ext cx="5455165" cy="875381"/>
            <a:chOff x="6456469" y="3575596"/>
            <a:chExt cx="3443700" cy="552604"/>
          </a:xfrm>
        </p:grpSpPr>
        <p:sp>
          <p:nvSpPr>
            <p:cNvPr id="318" name="Google Shape;318;p34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4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" name="Google Shape;32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23" name="Google Shape;323;p34"/>
          <p:cNvSpPr txBox="1">
            <a:spLocks noGrp="1"/>
          </p:cNvSpPr>
          <p:nvPr>
            <p:ph type="subTitle" idx="13"/>
          </p:nvPr>
        </p:nvSpPr>
        <p:spPr>
          <a:xfrm>
            <a:off x="3517550" y="3172534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Market &amp; competition</a:t>
            </a:r>
            <a:endParaRPr dirty="0"/>
          </a:p>
        </p:txBody>
      </p:sp>
      <p:sp>
        <p:nvSpPr>
          <p:cNvPr id="324" name="Google Shape;324;p34"/>
          <p:cNvSpPr txBox="1">
            <a:spLocks noGrp="1"/>
          </p:cNvSpPr>
          <p:nvPr>
            <p:ph type="subTitle" idx="15"/>
          </p:nvPr>
        </p:nvSpPr>
        <p:spPr>
          <a:xfrm>
            <a:off x="4290060" y="4047915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model</a:t>
            </a:r>
            <a:endParaRPr dirty="0"/>
          </a:p>
        </p:txBody>
      </p:sp>
      <p:sp>
        <p:nvSpPr>
          <p:cNvPr id="327" name="Google Shape;327;p34"/>
          <p:cNvSpPr txBox="1">
            <a:spLocks noGrp="1"/>
          </p:cNvSpPr>
          <p:nvPr>
            <p:ph type="title" idx="5"/>
          </p:nvPr>
        </p:nvSpPr>
        <p:spPr>
          <a:xfrm>
            <a:off x="1121750" y="1405736"/>
            <a:ext cx="860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28" name="Google Shape;328;p34"/>
          <p:cNvSpPr txBox="1">
            <a:spLocks noGrp="1"/>
          </p:cNvSpPr>
          <p:nvPr>
            <p:ph type="subTitle" idx="9"/>
          </p:nvPr>
        </p:nvSpPr>
        <p:spPr>
          <a:xfrm>
            <a:off x="1982450" y="1402231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vs solution</a:t>
            </a:r>
            <a:endParaRPr dirty="0"/>
          </a:p>
        </p:txBody>
      </p:sp>
      <p:sp>
        <p:nvSpPr>
          <p:cNvPr id="329" name="Google Shape;329;p34"/>
          <p:cNvSpPr txBox="1">
            <a:spLocks noGrp="1"/>
          </p:cNvSpPr>
          <p:nvPr>
            <p:ph type="subTitle" idx="14"/>
          </p:nvPr>
        </p:nvSpPr>
        <p:spPr>
          <a:xfrm>
            <a:off x="2767999" y="2264077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Startup Overview</a:t>
            </a:r>
            <a:endParaRPr dirty="0"/>
          </a:p>
        </p:txBody>
      </p:sp>
      <p:grpSp>
        <p:nvGrpSpPr>
          <p:cNvPr id="330" name="Google Shape;330;p34"/>
          <p:cNvGrpSpPr/>
          <p:nvPr/>
        </p:nvGrpSpPr>
        <p:grpSpPr>
          <a:xfrm flipH="1">
            <a:off x="-2702000" y="2037187"/>
            <a:ext cx="5455165" cy="875381"/>
            <a:chOff x="6456469" y="3575596"/>
            <a:chExt cx="3443700" cy="552604"/>
          </a:xfrm>
        </p:grpSpPr>
        <p:sp>
          <p:nvSpPr>
            <p:cNvPr id="331" name="Google Shape;331;p34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" name="Google Shape;333;p34"/>
          <p:cNvSpPr txBox="1">
            <a:spLocks noGrp="1"/>
          </p:cNvSpPr>
          <p:nvPr>
            <p:ph type="title" idx="6"/>
          </p:nvPr>
        </p:nvSpPr>
        <p:spPr>
          <a:xfrm>
            <a:off x="1892625" y="2251075"/>
            <a:ext cx="860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334" name="Google Shape;334;p34"/>
          <p:cNvGrpSpPr/>
          <p:nvPr/>
        </p:nvGrpSpPr>
        <p:grpSpPr>
          <a:xfrm flipH="1">
            <a:off x="-1936093" y="2909051"/>
            <a:ext cx="5455165" cy="875381"/>
            <a:chOff x="6456469" y="3575596"/>
            <a:chExt cx="3443700" cy="552604"/>
          </a:xfrm>
        </p:grpSpPr>
        <p:sp>
          <p:nvSpPr>
            <p:cNvPr id="335" name="Google Shape;335;p34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4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34"/>
          <p:cNvSpPr txBox="1">
            <a:spLocks noGrp="1"/>
          </p:cNvSpPr>
          <p:nvPr>
            <p:ph type="title" idx="7"/>
          </p:nvPr>
        </p:nvSpPr>
        <p:spPr>
          <a:xfrm>
            <a:off x="2656850" y="3122939"/>
            <a:ext cx="860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338" name="Google Shape;338;p34"/>
          <p:cNvGrpSpPr/>
          <p:nvPr/>
        </p:nvGrpSpPr>
        <p:grpSpPr>
          <a:xfrm flipH="1">
            <a:off x="-1165096" y="3780928"/>
            <a:ext cx="5455165" cy="875381"/>
            <a:chOff x="6456469" y="3575596"/>
            <a:chExt cx="3443700" cy="552604"/>
          </a:xfrm>
        </p:grpSpPr>
        <p:sp>
          <p:nvSpPr>
            <p:cNvPr id="339" name="Google Shape;339;p34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4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" name="Google Shape;341;p34"/>
          <p:cNvSpPr txBox="1">
            <a:spLocks noGrp="1"/>
          </p:cNvSpPr>
          <p:nvPr>
            <p:ph type="title" idx="8"/>
          </p:nvPr>
        </p:nvSpPr>
        <p:spPr>
          <a:xfrm>
            <a:off x="3415352" y="3994815"/>
            <a:ext cx="859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342" name="Google Shape;342;p34"/>
          <p:cNvGrpSpPr/>
          <p:nvPr/>
        </p:nvGrpSpPr>
        <p:grpSpPr>
          <a:xfrm rot="-2700000" flipH="1">
            <a:off x="268610" y="471195"/>
            <a:ext cx="1045765" cy="1045615"/>
            <a:chOff x="3741950" y="353925"/>
            <a:chExt cx="1045775" cy="1045625"/>
          </a:xfrm>
        </p:grpSpPr>
        <p:sp>
          <p:nvSpPr>
            <p:cNvPr id="343" name="Google Shape;343;p34"/>
            <p:cNvSpPr/>
            <p:nvPr/>
          </p:nvSpPr>
          <p:spPr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4"/>
            <p:cNvSpPr/>
            <p:nvPr/>
          </p:nvSpPr>
          <p:spPr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4"/>
            <p:cNvSpPr/>
            <p:nvPr/>
          </p:nvSpPr>
          <p:spPr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AADB1FA-5F18-B202-8268-1A51D57D8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747520" cy="6400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>
            <a:spLocks noGrp="1"/>
          </p:cNvSpPr>
          <p:nvPr>
            <p:ph type="subTitle" idx="5"/>
          </p:nvPr>
        </p:nvSpPr>
        <p:spPr>
          <a:xfrm>
            <a:off x="3419568" y="3472275"/>
            <a:ext cx="2301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Ronit Soni</a:t>
            </a:r>
            <a:endParaRPr dirty="0"/>
          </a:p>
        </p:txBody>
      </p:sp>
      <p:sp>
        <p:nvSpPr>
          <p:cNvPr id="411" name="Google Shape;411;p38"/>
          <p:cNvSpPr txBox="1">
            <a:spLocks noGrp="1"/>
          </p:cNvSpPr>
          <p:nvPr>
            <p:ph type="subTitle" idx="4"/>
          </p:nvPr>
        </p:nvSpPr>
        <p:spPr>
          <a:xfrm>
            <a:off x="600701" y="3472275"/>
            <a:ext cx="276868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Santosh Kumar Soni</a:t>
            </a:r>
            <a:endParaRPr dirty="0"/>
          </a:p>
        </p:txBody>
      </p:sp>
      <p:sp>
        <p:nvSpPr>
          <p:cNvPr id="412" name="Google Shape;41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413" name="Google Shape;413;p38"/>
          <p:cNvSpPr txBox="1">
            <a:spLocks noGrp="1"/>
          </p:cNvSpPr>
          <p:nvPr>
            <p:ph type="subTitle" idx="1"/>
          </p:nvPr>
        </p:nvSpPr>
        <p:spPr>
          <a:xfrm>
            <a:off x="774411" y="3926850"/>
            <a:ext cx="2301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Founder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4" name="Google Shape;414;p38"/>
          <p:cNvSpPr txBox="1">
            <a:spLocks noGrp="1"/>
          </p:cNvSpPr>
          <p:nvPr>
            <p:ph type="subTitle" idx="2"/>
          </p:nvPr>
        </p:nvSpPr>
        <p:spPr>
          <a:xfrm>
            <a:off x="3419568" y="3926850"/>
            <a:ext cx="2301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Co-Founder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Frontend</a:t>
            </a:r>
            <a:r>
              <a:rPr lang="en" dirty="0"/>
              <a:t>  Developer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17" name="Google Shape;417;p38"/>
          <p:cNvGrpSpPr/>
          <p:nvPr/>
        </p:nvGrpSpPr>
        <p:grpSpPr>
          <a:xfrm flipH="1">
            <a:off x="-311297" y="150024"/>
            <a:ext cx="1590595" cy="875375"/>
            <a:chOff x="6456464" y="3575600"/>
            <a:chExt cx="1004100" cy="552601"/>
          </a:xfrm>
        </p:grpSpPr>
        <p:sp>
          <p:nvSpPr>
            <p:cNvPr id="418" name="Google Shape;418;p38"/>
            <p:cNvSpPr/>
            <p:nvPr/>
          </p:nvSpPr>
          <p:spPr>
            <a:xfrm>
              <a:off x="6456464" y="3575601"/>
              <a:ext cx="1004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38"/>
          <p:cNvGrpSpPr/>
          <p:nvPr/>
        </p:nvGrpSpPr>
        <p:grpSpPr>
          <a:xfrm flipH="1">
            <a:off x="-425085" y="1025388"/>
            <a:ext cx="1249832" cy="707506"/>
            <a:chOff x="6456475" y="3575600"/>
            <a:chExt cx="976202" cy="552609"/>
          </a:xfrm>
        </p:grpSpPr>
        <p:sp>
          <p:nvSpPr>
            <p:cNvPr id="421" name="Google Shape;421;p38"/>
            <p:cNvSpPr/>
            <p:nvPr/>
          </p:nvSpPr>
          <p:spPr>
            <a:xfrm>
              <a:off x="6456477" y="3575609"/>
              <a:ext cx="976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Picture 7" descr="A person wearing glasses and a plaid shirt&#10;&#10;Description automatically generated">
            <a:extLst>
              <a:ext uri="{FF2B5EF4-FFF2-40B4-BE49-F238E27FC236}">
                <a16:creationId xmlns:a16="http://schemas.microsoft.com/office/drawing/2014/main" id="{BDCE877E-E0DB-3A5D-E899-C04F3C1FA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">
            <a:off x="1284147" y="1391222"/>
            <a:ext cx="1401795" cy="1889144"/>
          </a:xfrm>
          <a:prstGeom prst="rect">
            <a:avLst/>
          </a:prstGeom>
        </p:spPr>
      </p:pic>
      <p:pic>
        <p:nvPicPr>
          <p:cNvPr id="10" name="Picture 9" descr="A person smiling for a picture&#10;&#10;Description automatically generated">
            <a:extLst>
              <a:ext uri="{FF2B5EF4-FFF2-40B4-BE49-F238E27FC236}">
                <a16:creationId xmlns:a16="http://schemas.microsoft.com/office/drawing/2014/main" id="{8C592CAD-945C-5F5C-7EFA-5D6FC7004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941" y="1350966"/>
            <a:ext cx="1434553" cy="1788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unch Product Crowdfunding Pitch Deck by Slidesgo">
  <a:themeElements>
    <a:clrScheme name="Simple Light">
      <a:dk1>
        <a:srgbClr val="191919"/>
      </a:dk1>
      <a:lt1>
        <a:srgbClr val="FFFFFF"/>
      </a:lt1>
      <a:dk2>
        <a:srgbClr val="002080"/>
      </a:dk2>
      <a:lt2>
        <a:srgbClr val="0336D0"/>
      </a:lt2>
      <a:accent1>
        <a:srgbClr val="1382DB"/>
      </a:accent1>
      <a:accent2>
        <a:srgbClr val="1FC2E1"/>
      </a:accent2>
      <a:accent3>
        <a:srgbClr val="08E0DB"/>
      </a:accent3>
      <a:accent4>
        <a:srgbClr val="03FCD5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1124</Words>
  <Application>Microsoft Office PowerPoint</Application>
  <PresentationFormat>On-screen Show (16:9)</PresentationFormat>
  <Paragraphs>124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Albert Sans</vt:lpstr>
      <vt:lpstr>Alice</vt:lpstr>
      <vt:lpstr>Anaheim</vt:lpstr>
      <vt:lpstr>Arial</vt:lpstr>
      <vt:lpstr>Bebas Neue</vt:lpstr>
      <vt:lpstr>Crimson Pro Bold</vt:lpstr>
      <vt:lpstr>Lora</vt:lpstr>
      <vt:lpstr>Nunito Light</vt:lpstr>
      <vt:lpstr>Open Sans</vt:lpstr>
      <vt:lpstr>Wingdings</vt:lpstr>
      <vt:lpstr>Launch Product Crowdfunding Pitch Deck by Slidesgo</vt:lpstr>
      <vt:lpstr>Startup Presentation</vt:lpstr>
      <vt:lpstr>Introduction</vt:lpstr>
      <vt:lpstr>The Problem</vt:lpstr>
      <vt:lpstr>The Solution</vt:lpstr>
      <vt:lpstr>Target Market</vt:lpstr>
      <vt:lpstr>Our Complete Digital Ecosystem </vt:lpstr>
      <vt:lpstr>The Business Model</vt:lpstr>
      <vt:lpstr>Swot analysis</vt:lpstr>
      <vt:lpstr>Competitive Analysis</vt:lpstr>
      <vt:lpstr>Table of contents</vt:lpstr>
      <vt:lpstr>Our 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Ronit</dc:creator>
  <cp:lastModifiedBy>Ronit</cp:lastModifiedBy>
  <cp:revision>37</cp:revision>
  <dcterms:modified xsi:type="dcterms:W3CDTF">2025-12-03T18:13:48Z</dcterms:modified>
</cp:coreProperties>
</file>